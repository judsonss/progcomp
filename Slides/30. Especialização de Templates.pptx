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71" r:id="rId3"/>
    <p:sldId id="272" r:id="rId4"/>
    <p:sldId id="288" r:id="rId5"/>
    <p:sldId id="290" r:id="rId6"/>
    <p:sldId id="301" r:id="rId7"/>
    <p:sldId id="279" r:id="rId8"/>
    <p:sldId id="280" r:id="rId9"/>
    <p:sldId id="289" r:id="rId10"/>
    <p:sldId id="281" r:id="rId11"/>
    <p:sldId id="273" r:id="rId12"/>
    <p:sldId id="274" r:id="rId13"/>
    <p:sldId id="282" r:id="rId14"/>
    <p:sldId id="275" r:id="rId15"/>
    <p:sldId id="283" r:id="rId16"/>
    <p:sldId id="284" r:id="rId17"/>
    <p:sldId id="285" r:id="rId18"/>
    <p:sldId id="286" r:id="rId19"/>
    <p:sldId id="287" r:id="rId20"/>
    <p:sldId id="294" r:id="rId21"/>
    <p:sldId id="295" r:id="rId22"/>
    <p:sldId id="297" r:id="rId23"/>
    <p:sldId id="298" r:id="rId24"/>
    <p:sldId id="299" r:id="rId25"/>
    <p:sldId id="300" r:id="rId26"/>
    <p:sldId id="302" r:id="rId27"/>
    <p:sldId id="303" r:id="rId28"/>
    <p:sldId id="304" r:id="rId29"/>
    <p:sldId id="305" r:id="rId30"/>
    <p:sldId id="306" r:id="rId31"/>
    <p:sldId id="307" r:id="rId32"/>
    <p:sldId id="278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2F00"/>
    <a:srgbClr val="2841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14"/>
    <p:restoredTop sz="89755" autoAdjust="0"/>
  </p:normalViewPr>
  <p:slideViewPr>
    <p:cSldViewPr>
      <p:cViewPr varScale="1">
        <p:scale>
          <a:sx n="93" d="100"/>
          <a:sy n="93" d="100"/>
        </p:scale>
        <p:origin x="957" y="27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B2D4CD0D-8428-5288-9093-4DD7F1CA24F5}"/>
    <pc:docChg chg="undo custSel delSld modSld">
      <pc:chgData name="Judson Santiago" userId="ebb108da2f256286" providerId="LiveId" clId="{B2D4CD0D-8428-5288-9093-4DD7F1CA24F5}" dt="2025-10-08T21:47:31.868" v="15" actId="20577"/>
      <pc:docMkLst>
        <pc:docMk/>
      </pc:docMkLst>
      <pc:sldChg chg="modSp mod">
        <pc:chgData name="Judson Santiago" userId="ebb108da2f256286" providerId="LiveId" clId="{B2D4CD0D-8428-5288-9093-4DD7F1CA24F5}" dt="2025-10-08T21:47:31.868" v="15" actId="20577"/>
        <pc:sldMkLst>
          <pc:docMk/>
          <pc:sldMk cId="1024525772" sldId="278"/>
        </pc:sldMkLst>
        <pc:spChg chg="mod">
          <ac:chgData name="Judson Santiago" userId="ebb108da2f256286" providerId="LiveId" clId="{B2D4CD0D-8428-5288-9093-4DD7F1CA24F5}" dt="2025-10-08T21:47:31.868" v="15" actId="20577"/>
          <ac:spMkLst>
            <pc:docMk/>
            <pc:sldMk cId="1024525772" sldId="278"/>
            <ac:spMk id="5" creationId="{2F27FF7C-4A54-3E0C-109F-50C97BD4B9A4}"/>
          </ac:spMkLst>
        </pc:spChg>
      </pc:sldChg>
      <pc:sldChg chg="addSp delSp modSp del mod">
        <pc:chgData name="Judson Santiago" userId="ebb108da2f256286" providerId="LiveId" clId="{B2D4CD0D-8428-5288-9093-4DD7F1CA24F5}" dt="2025-10-08T01:54:43.269" v="11" actId="2696"/>
        <pc:sldMkLst>
          <pc:docMk/>
          <pc:sldMk cId="2749748510" sldId="329"/>
        </pc:sldMkLst>
        <pc:spChg chg="del mod">
          <ac:chgData name="Judson Santiago" userId="ebb108da2f256286" providerId="LiveId" clId="{B2D4CD0D-8428-5288-9093-4DD7F1CA24F5}" dt="2025-10-08T01:54:12.203" v="4" actId="478"/>
          <ac:spMkLst>
            <pc:docMk/>
            <pc:sldMk cId="2749748510" sldId="329"/>
            <ac:spMk id="8" creationId="{3D118696-AA8E-3448-3BEA-E6A967A20F99}"/>
          </ac:spMkLst>
        </pc:spChg>
        <pc:picChg chg="add del mod">
          <ac:chgData name="Judson Santiago" userId="ebb108da2f256286" providerId="LiveId" clId="{B2D4CD0D-8428-5288-9093-4DD7F1CA24F5}" dt="2025-10-08T01:54:35.124" v="10" actId="1076"/>
          <ac:picMkLst>
            <pc:docMk/>
            <pc:sldMk cId="2749748510" sldId="329"/>
            <ac:picMk id="7" creationId="{A65A6A93-2A67-5681-EB42-C618849255C9}"/>
          </ac:picMkLst>
        </pc:picChg>
      </pc:sldChg>
      <pc:sldChg chg="delSp mod">
        <pc:chgData name="Judson Santiago" userId="ebb108da2f256286" providerId="LiveId" clId="{B2D4CD0D-8428-5288-9093-4DD7F1CA24F5}" dt="2025-10-08T01:54:26.077" v="6" actId="478"/>
        <pc:sldMkLst>
          <pc:docMk/>
          <pc:sldMk cId="3828284894" sldId="347"/>
        </pc:sldMkLst>
        <pc:spChg chg="del">
          <ac:chgData name="Judson Santiago" userId="ebb108da2f256286" providerId="LiveId" clId="{B2D4CD0D-8428-5288-9093-4DD7F1CA24F5}" dt="2025-10-08T01:54:26.077" v="6" actId="478"/>
          <ac:spMkLst>
            <pc:docMk/>
            <pc:sldMk cId="3828284894" sldId="347"/>
            <ac:spMk id="43" creationId="{9AEF0AC9-2208-4233-A755-0F10A0A3B147}"/>
          </ac:spMkLst>
        </pc:spChg>
      </pc:sldChg>
      <pc:sldChg chg="delSp mod">
        <pc:chgData name="Judson Santiago" userId="ebb108da2f256286" providerId="LiveId" clId="{B2D4CD0D-8428-5288-9093-4DD7F1CA24F5}" dt="2025-10-08T01:54:20.255" v="5" actId="478"/>
        <pc:sldMkLst>
          <pc:docMk/>
          <pc:sldMk cId="4039746507" sldId="356"/>
        </pc:sldMkLst>
        <pc:spChg chg="del">
          <ac:chgData name="Judson Santiago" userId="ebb108da2f256286" providerId="LiveId" clId="{B2D4CD0D-8428-5288-9093-4DD7F1CA24F5}" dt="2025-10-08T01:54:20.255" v="5" actId="478"/>
          <ac:spMkLst>
            <pc:docMk/>
            <pc:sldMk cId="4039746507" sldId="356"/>
            <ac:spMk id="43" creationId="{9AEF0AC9-2208-4233-A755-0F10A0A3B147}"/>
          </ac:spMkLst>
        </pc:spChg>
      </pc:sldChg>
    </pc:docChg>
  </pc:docChgLst>
  <pc:docChgLst>
    <pc:chgData name="Judson Santiago" userId="ebb108da2f256286" providerId="LiveId" clId="{1A6D1D39-FB84-4303-8486-3C082D8E9CC1}"/>
    <pc:docChg chg="undo redo custSel addSld delSld modSld sldOrd">
      <pc:chgData name="Judson Santiago" userId="ebb108da2f256286" providerId="LiveId" clId="{1A6D1D39-FB84-4303-8486-3C082D8E9CC1}" dt="2025-09-04T17:29:09.367" v="17103" actId="20577"/>
      <pc:docMkLst>
        <pc:docMk/>
      </pc:docMkLst>
      <pc:sldChg chg="modSp mod modNotesTx">
        <pc:chgData name="Judson Santiago" userId="ebb108da2f256286" providerId="LiveId" clId="{1A6D1D39-FB84-4303-8486-3C082D8E9CC1}" dt="2025-08-10T22:46:09.193" v="4376" actId="20577"/>
        <pc:sldMkLst>
          <pc:docMk/>
          <pc:sldMk cId="0" sldId="256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313562496" sldId="257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698136390" sldId="258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480380475" sldId="259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2998492652" sldId="260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2555692240" sldId="261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2795324987" sldId="262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3214394987" sldId="263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2649632720" sldId="264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2908130801" sldId="265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4165071367" sldId="266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1399095165" sldId="267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852972999" sldId="268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1769214184" sldId="269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2131551148" sldId="270"/>
        </pc:sldMkLst>
      </pc:sldChg>
      <pc:sldChg chg="addSp delSp modSp mod modNotesTx">
        <pc:chgData name="Judson Santiago" userId="ebb108da2f256286" providerId="LiveId" clId="{1A6D1D39-FB84-4303-8486-3C082D8E9CC1}" dt="2025-08-14T12:00:45.527" v="8044" actId="20577"/>
        <pc:sldMkLst>
          <pc:docMk/>
          <pc:sldMk cId="1930122070" sldId="271"/>
        </pc:sldMkLst>
      </pc:sldChg>
      <pc:sldChg chg="addSp delSp modSp mod modNotesTx">
        <pc:chgData name="Judson Santiago" userId="ebb108da2f256286" providerId="LiveId" clId="{1A6D1D39-FB84-4303-8486-3C082D8E9CC1}" dt="2025-09-02T10:48:51.337" v="11938" actId="1035"/>
        <pc:sldMkLst>
          <pc:docMk/>
          <pc:sldMk cId="1476984341" sldId="272"/>
        </pc:sldMkLst>
      </pc:sldChg>
      <pc:sldChg chg="modSp mod">
        <pc:chgData name="Judson Santiago" userId="ebb108da2f256286" providerId="LiveId" clId="{1A6D1D39-FB84-4303-8486-3C082D8E9CC1}" dt="2025-09-02T11:51:48.175" v="12956" actId="20577"/>
        <pc:sldMkLst>
          <pc:docMk/>
          <pc:sldMk cId="1499938257" sldId="273"/>
        </pc:sldMkLst>
      </pc:sldChg>
      <pc:sldChg chg="addSp delSp modSp mod">
        <pc:chgData name="Judson Santiago" userId="ebb108da2f256286" providerId="LiveId" clId="{1A6D1D39-FB84-4303-8486-3C082D8E9CC1}" dt="2025-09-02T11:49:53.326" v="12871" actId="478"/>
        <pc:sldMkLst>
          <pc:docMk/>
          <pc:sldMk cId="3344378258" sldId="274"/>
        </pc:sldMkLst>
      </pc:sldChg>
      <pc:sldChg chg="addSp delSp modSp mod">
        <pc:chgData name="Judson Santiago" userId="ebb108da2f256286" providerId="LiveId" clId="{1A6D1D39-FB84-4303-8486-3C082D8E9CC1}" dt="2025-09-02T12:00:33.019" v="13019"/>
        <pc:sldMkLst>
          <pc:docMk/>
          <pc:sldMk cId="3807899216" sldId="275"/>
        </pc:sldMkLst>
      </pc:sldChg>
      <pc:sldChg chg="del">
        <pc:chgData name="Judson Santiago" userId="ebb108da2f256286" providerId="LiveId" clId="{1A6D1D39-FB84-4303-8486-3C082D8E9CC1}" dt="2025-08-06T14:54:18.746" v="1179" actId="47"/>
        <pc:sldMkLst>
          <pc:docMk/>
          <pc:sldMk cId="177365434" sldId="276"/>
        </pc:sldMkLst>
      </pc:sldChg>
      <pc:sldChg chg="modSp del mod modNotesTx">
        <pc:chgData name="Judson Santiago" userId="ebb108da2f256286" providerId="LiveId" clId="{1A6D1D39-FB84-4303-8486-3C082D8E9CC1}" dt="2025-08-06T14:54:21.112" v="1180" actId="47"/>
        <pc:sldMkLst>
          <pc:docMk/>
          <pc:sldMk cId="4119924024" sldId="277"/>
        </pc:sldMkLst>
      </pc:sldChg>
      <pc:sldChg chg="addSp modSp mod modNotesTx">
        <pc:chgData name="Judson Santiago" userId="ebb108da2f256286" providerId="LiveId" clId="{1A6D1D39-FB84-4303-8486-3C082D8E9CC1}" dt="2025-09-04T17:29:09.367" v="17103" actId="20577"/>
        <pc:sldMkLst>
          <pc:docMk/>
          <pc:sldMk cId="1024525772" sldId="278"/>
        </pc:sldMkLst>
      </pc:sldChg>
      <pc:sldChg chg="addSp delSp modSp new mod ord modNotesTx">
        <pc:chgData name="Judson Santiago" userId="ebb108da2f256286" providerId="LiveId" clId="{1A6D1D39-FB84-4303-8486-3C082D8E9CC1}" dt="2025-09-02T11:44:06.329" v="12787" actId="20577"/>
        <pc:sldMkLst>
          <pc:docMk/>
          <pc:sldMk cId="3542343642" sldId="279"/>
        </pc:sldMkLst>
      </pc:sldChg>
      <pc:sldChg chg="addSp delSp modSp add mod">
        <pc:chgData name="Judson Santiago" userId="ebb108da2f256286" providerId="LiveId" clId="{1A6D1D39-FB84-4303-8486-3C082D8E9CC1}" dt="2025-08-29T15:07:46.474" v="11836" actId="20577"/>
        <pc:sldMkLst>
          <pc:docMk/>
          <pc:sldMk cId="1687214002" sldId="280"/>
        </pc:sldMkLst>
      </pc:sldChg>
      <pc:sldChg chg="del">
        <pc:chgData name="Judson Santiago" userId="ebb108da2f256286" providerId="LiveId" clId="{1A6D1D39-FB84-4303-8486-3C082D8E9CC1}" dt="2025-08-06T11:10:36.565" v="1" actId="47"/>
        <pc:sldMkLst>
          <pc:docMk/>
          <pc:sldMk cId="3479004117" sldId="280"/>
        </pc:sldMkLst>
      </pc:sldChg>
      <pc:sldChg chg="addSp delSp modSp new mod">
        <pc:chgData name="Judson Santiago" userId="ebb108da2f256286" providerId="LiveId" clId="{1A6D1D39-FB84-4303-8486-3C082D8E9CC1}" dt="2025-09-02T11:46:15.595" v="12809" actId="6549"/>
        <pc:sldMkLst>
          <pc:docMk/>
          <pc:sldMk cId="3226916117" sldId="281"/>
        </pc:sldMkLst>
      </pc:sldChg>
      <pc:sldChg chg="addSp delSp modSp add mod">
        <pc:chgData name="Judson Santiago" userId="ebb108da2f256286" providerId="LiveId" clId="{1A6D1D39-FB84-4303-8486-3C082D8E9CC1}" dt="2025-09-02T11:57:14.529" v="12982" actId="6549"/>
        <pc:sldMkLst>
          <pc:docMk/>
          <pc:sldMk cId="3017887045" sldId="282"/>
        </pc:sldMkLst>
      </pc:sldChg>
      <pc:sldChg chg="addSp modSp new mod modNotesTx">
        <pc:chgData name="Judson Santiago" userId="ebb108da2f256286" providerId="LiveId" clId="{1A6D1D39-FB84-4303-8486-3C082D8E9CC1}" dt="2025-09-02T12:01:09.724" v="13035" actId="20577"/>
        <pc:sldMkLst>
          <pc:docMk/>
          <pc:sldMk cId="2813524003" sldId="283"/>
        </pc:sldMkLst>
      </pc:sldChg>
      <pc:sldChg chg="addSp delSp modSp new mod modNotesTx">
        <pc:chgData name="Judson Santiago" userId="ebb108da2f256286" providerId="LiveId" clId="{1A6D1D39-FB84-4303-8486-3C082D8E9CC1}" dt="2025-09-02T13:09:56.311" v="13043" actId="20577"/>
        <pc:sldMkLst>
          <pc:docMk/>
          <pc:sldMk cId="758266648" sldId="284"/>
        </pc:sldMkLst>
      </pc:sldChg>
      <pc:sldChg chg="addSp modSp new mod">
        <pc:chgData name="Judson Santiago" userId="ebb108da2f256286" providerId="LiveId" clId="{1A6D1D39-FB84-4303-8486-3C082D8E9CC1}" dt="2025-08-14T12:29:43.683" v="8534"/>
        <pc:sldMkLst>
          <pc:docMk/>
          <pc:sldMk cId="980628797" sldId="285"/>
        </pc:sldMkLst>
      </pc:sldChg>
      <pc:sldChg chg="addSp delSp modSp new mod modNotesTx">
        <pc:chgData name="Judson Santiago" userId="ebb108da2f256286" providerId="LiveId" clId="{1A6D1D39-FB84-4303-8486-3C082D8E9CC1}" dt="2025-09-02T13:11:20.283" v="13047" actId="1076"/>
        <pc:sldMkLst>
          <pc:docMk/>
          <pc:sldMk cId="2254089075" sldId="286"/>
        </pc:sldMkLst>
      </pc:sldChg>
      <pc:sldChg chg="addSp delSp modSp new mod modNotesTx">
        <pc:chgData name="Judson Santiago" userId="ebb108da2f256286" providerId="LiveId" clId="{1A6D1D39-FB84-4303-8486-3C082D8E9CC1}" dt="2025-09-02T13:13:29.141" v="13058" actId="207"/>
        <pc:sldMkLst>
          <pc:docMk/>
          <pc:sldMk cId="710029469" sldId="287"/>
        </pc:sldMkLst>
      </pc:sldChg>
      <pc:sldChg chg="addSp delSp modSp new mod modNotesTx">
        <pc:chgData name="Judson Santiago" userId="ebb108da2f256286" providerId="LiveId" clId="{1A6D1D39-FB84-4303-8486-3C082D8E9CC1}" dt="2025-09-02T10:56:30.154" v="12003" actId="207"/>
        <pc:sldMkLst>
          <pc:docMk/>
          <pc:sldMk cId="1916994332" sldId="288"/>
        </pc:sldMkLst>
      </pc:sldChg>
      <pc:sldChg chg="addSp modSp new mod">
        <pc:chgData name="Judson Santiago" userId="ebb108da2f256286" providerId="LiveId" clId="{1A6D1D39-FB84-4303-8486-3C082D8E9CC1}" dt="2025-09-02T11:45:35.334" v="12797" actId="368"/>
        <pc:sldMkLst>
          <pc:docMk/>
          <pc:sldMk cId="1739553486" sldId="289"/>
        </pc:sldMkLst>
      </pc:sldChg>
      <pc:sldChg chg="addSp delSp modSp add mod modNotesTx">
        <pc:chgData name="Judson Santiago" userId="ebb108da2f256286" providerId="LiveId" clId="{1A6D1D39-FB84-4303-8486-3C082D8E9CC1}" dt="2025-09-02T11:39:48.875" v="12755" actId="167"/>
        <pc:sldMkLst>
          <pc:docMk/>
          <pc:sldMk cId="1083102309" sldId="290"/>
        </pc:sldMkLst>
      </pc:sldChg>
      <pc:sldChg chg="modSp new del mod">
        <pc:chgData name="Judson Santiago" userId="ebb108da2f256286" providerId="LiveId" clId="{1A6D1D39-FB84-4303-8486-3C082D8E9CC1}" dt="2025-08-14T13:43:29.522" v="8878" actId="47"/>
        <pc:sldMkLst>
          <pc:docMk/>
          <pc:sldMk cId="4001622706" sldId="291"/>
        </pc:sldMkLst>
      </pc:sldChg>
      <pc:sldChg chg="modSp add del">
        <pc:chgData name="Judson Santiago" userId="ebb108da2f256286" providerId="LiveId" clId="{1A6D1D39-FB84-4303-8486-3C082D8E9CC1}" dt="2025-08-14T13:43:15.696" v="8873" actId="47"/>
        <pc:sldMkLst>
          <pc:docMk/>
          <pc:sldMk cId="5562173" sldId="292"/>
        </pc:sldMkLst>
      </pc:sldChg>
      <pc:sldChg chg="modSp add del">
        <pc:chgData name="Judson Santiago" userId="ebb108da2f256286" providerId="LiveId" clId="{1A6D1D39-FB84-4303-8486-3C082D8E9CC1}" dt="2025-08-14T13:43:15.696" v="8873" actId="47"/>
        <pc:sldMkLst>
          <pc:docMk/>
          <pc:sldMk cId="2103157671" sldId="293"/>
        </pc:sldMkLst>
      </pc:sldChg>
      <pc:sldChg chg="addSp delSp modSp add mod">
        <pc:chgData name="Judson Santiago" userId="ebb108da2f256286" providerId="LiveId" clId="{1A6D1D39-FB84-4303-8486-3C082D8E9CC1}" dt="2025-09-02T13:20:06.526" v="13145" actId="6549"/>
        <pc:sldMkLst>
          <pc:docMk/>
          <pc:sldMk cId="150524074" sldId="294"/>
        </pc:sldMkLst>
      </pc:sldChg>
      <pc:sldChg chg="addSp delSp modSp add mod">
        <pc:chgData name="Judson Santiago" userId="ebb108da2f256286" providerId="LiveId" clId="{1A6D1D39-FB84-4303-8486-3C082D8E9CC1}" dt="2025-09-02T13:21:20.921" v="13152" actId="207"/>
        <pc:sldMkLst>
          <pc:docMk/>
          <pc:sldMk cId="4120644559" sldId="295"/>
        </pc:sldMkLst>
      </pc:sldChg>
      <pc:sldChg chg="modSp add del">
        <pc:chgData name="Judson Santiago" userId="ebb108da2f256286" providerId="LiveId" clId="{1A6D1D39-FB84-4303-8486-3C082D8E9CC1}" dt="2025-08-16T12:31:18.940" v="9324" actId="47"/>
        <pc:sldMkLst>
          <pc:docMk/>
          <pc:sldMk cId="3406190958" sldId="296"/>
        </pc:sldMkLst>
      </pc:sldChg>
      <pc:sldChg chg="addSp delSp modSp add mod modNotesTx">
        <pc:chgData name="Judson Santiago" userId="ebb108da2f256286" providerId="LiveId" clId="{1A6D1D39-FB84-4303-8486-3C082D8E9CC1}" dt="2025-09-02T13:27:52.622" v="13474" actId="20577"/>
        <pc:sldMkLst>
          <pc:docMk/>
          <pc:sldMk cId="233727334" sldId="297"/>
        </pc:sldMkLst>
      </pc:sldChg>
      <pc:sldChg chg="addSp modSp new mod">
        <pc:chgData name="Judson Santiago" userId="ebb108da2f256286" providerId="LiveId" clId="{1A6D1D39-FB84-4303-8486-3C082D8E9CC1}" dt="2025-08-29T15:16:01.024" v="11866" actId="207"/>
        <pc:sldMkLst>
          <pc:docMk/>
          <pc:sldMk cId="3394155192" sldId="298"/>
        </pc:sldMkLst>
      </pc:sldChg>
      <pc:sldChg chg="addSp delSp modSp add mod modNotesTx">
        <pc:chgData name="Judson Santiago" userId="ebb108da2f256286" providerId="LiveId" clId="{1A6D1D39-FB84-4303-8486-3C082D8E9CC1}" dt="2025-09-02T13:40:54.491" v="13555" actId="113"/>
        <pc:sldMkLst>
          <pc:docMk/>
          <pc:sldMk cId="2226079081" sldId="299"/>
        </pc:sldMkLst>
      </pc:sldChg>
      <pc:sldChg chg="addSp modSp new mod modNotesTx">
        <pc:chgData name="Judson Santiago" userId="ebb108da2f256286" providerId="LiveId" clId="{1A6D1D39-FB84-4303-8486-3C082D8E9CC1}" dt="2025-09-02T13:43:46.794" v="13640" actId="207"/>
        <pc:sldMkLst>
          <pc:docMk/>
          <pc:sldMk cId="2384899550" sldId="300"/>
        </pc:sldMkLst>
      </pc:sldChg>
      <pc:sldChg chg="delSp modSp add mod">
        <pc:chgData name="Judson Santiago" userId="ebb108da2f256286" providerId="LiveId" clId="{1A6D1D39-FB84-4303-8486-3C082D8E9CC1}" dt="2025-09-02T11:40:44.200" v="12769" actId="207"/>
        <pc:sldMkLst>
          <pc:docMk/>
          <pc:sldMk cId="1709310116" sldId="301"/>
        </pc:sldMkLst>
      </pc:sldChg>
      <pc:sldChg chg="addSp modSp new mod">
        <pc:chgData name="Judson Santiago" userId="ebb108da2f256286" providerId="LiveId" clId="{1A6D1D39-FB84-4303-8486-3C082D8E9CC1}" dt="2025-09-04T17:09:01.852" v="16293"/>
        <pc:sldMkLst>
          <pc:docMk/>
          <pc:sldMk cId="4186927255" sldId="302"/>
        </pc:sldMkLst>
      </pc:sldChg>
      <pc:sldChg chg="addSp modSp new mod">
        <pc:chgData name="Judson Santiago" userId="ebb108da2f256286" providerId="LiveId" clId="{1A6D1D39-FB84-4303-8486-3C082D8E9CC1}" dt="2025-09-04T16:28:14.593" v="14848" actId="20577"/>
        <pc:sldMkLst>
          <pc:docMk/>
          <pc:sldMk cId="3046108281" sldId="303"/>
        </pc:sldMkLst>
      </pc:sldChg>
      <pc:sldChg chg="addSp delSp modSp new mod">
        <pc:chgData name="Judson Santiago" userId="ebb108da2f256286" providerId="LiveId" clId="{1A6D1D39-FB84-4303-8486-3C082D8E9CC1}" dt="2025-09-04T16:42:19.607" v="15245" actId="20577"/>
        <pc:sldMkLst>
          <pc:docMk/>
          <pc:sldMk cId="3549854080" sldId="304"/>
        </pc:sldMkLst>
      </pc:sldChg>
      <pc:sldChg chg="addSp delSp modSp new mod modNotesTx">
        <pc:chgData name="Judson Santiago" userId="ebb108da2f256286" providerId="LiveId" clId="{1A6D1D39-FB84-4303-8486-3C082D8E9CC1}" dt="2025-09-04T16:55:44.387" v="15798" actId="20577"/>
        <pc:sldMkLst>
          <pc:docMk/>
          <pc:sldMk cId="3678205706" sldId="305"/>
        </pc:sldMkLst>
      </pc:sldChg>
      <pc:sldChg chg="addSp modSp new mod modNotesTx">
        <pc:chgData name="Judson Santiago" userId="ebb108da2f256286" providerId="LiveId" clId="{1A6D1D39-FB84-4303-8486-3C082D8E9CC1}" dt="2025-09-04T17:06:44.540" v="16292" actId="20577"/>
        <pc:sldMkLst>
          <pc:docMk/>
          <pc:sldMk cId="3174823187" sldId="306"/>
        </pc:sldMkLst>
      </pc:sldChg>
      <pc:sldChg chg="addSp delSp modSp add mod ord">
        <pc:chgData name="Judson Santiago" userId="ebb108da2f256286" providerId="LiveId" clId="{1A6D1D39-FB84-4303-8486-3C082D8E9CC1}" dt="2025-09-04T17:25:35.642" v="17010" actId="20577"/>
        <pc:sldMkLst>
          <pc:docMk/>
          <pc:sldMk cId="3711569328" sldId="307"/>
        </pc:sldMkLst>
      </pc:sldChg>
    </pc:docChg>
  </pc:docChgLst>
  <pc:docChgLst>
    <pc:chgData name="Judson Santiago" userId="ebb108da2f256286" providerId="LiveId" clId="{A292D58E-7FCF-4644-B8D9-485218EAE0D0}"/>
    <pc:docChg chg="undo custSel addSld modSld sldOrd">
      <pc:chgData name="Judson Santiago" userId="ebb108da2f256286" providerId="LiveId" clId="{A292D58E-7FCF-4644-B8D9-485218EAE0D0}" dt="2025-10-07T19:08:39.106" v="1873" actId="208"/>
      <pc:docMkLst>
        <pc:docMk/>
      </pc:docMkLst>
      <pc:sldChg chg="modNotesTx">
        <pc:chgData name="Judson Santiago" userId="ebb108da2f256286" providerId="LiveId" clId="{A292D58E-7FCF-4644-B8D9-485218EAE0D0}" dt="2025-10-07T16:42:08.243" v="1863" actId="20577"/>
        <pc:sldMkLst>
          <pc:docMk/>
          <pc:sldMk cId="0" sldId="256"/>
        </pc:sldMkLst>
      </pc:sldChg>
      <pc:sldChg chg="modSp mod">
        <pc:chgData name="Judson Santiago" userId="ebb108da2f256286" providerId="LiveId" clId="{A292D58E-7FCF-4644-B8D9-485218EAE0D0}" dt="2025-10-04T12:52:56.312" v="952" actId="207"/>
        <pc:sldMkLst>
          <pc:docMk/>
          <pc:sldMk cId="1930122070" sldId="271"/>
        </pc:sldMkLst>
        <pc:spChg chg="mod">
          <ac:chgData name="Judson Santiago" userId="ebb108da2f256286" providerId="LiveId" clId="{A292D58E-7FCF-4644-B8D9-485218EAE0D0}" dt="2025-10-04T12:52:56.312" v="952" actId="207"/>
          <ac:spMkLst>
            <pc:docMk/>
            <pc:sldMk cId="1930122070" sldId="271"/>
            <ac:spMk id="3" creationId="{00000000-0000-0000-0000-000000000000}"/>
          </ac:spMkLst>
        </pc:spChg>
      </pc:sldChg>
      <pc:sldChg chg="modSp mod ord">
        <pc:chgData name="Judson Santiago" userId="ebb108da2f256286" providerId="LiveId" clId="{A292D58E-7FCF-4644-B8D9-485218EAE0D0}" dt="2025-10-04T13:33:44.397" v="1030" actId="1036"/>
        <pc:sldMkLst>
          <pc:docMk/>
          <pc:sldMk cId="3344378258" sldId="274"/>
        </pc:sldMkLst>
        <pc:spChg chg="mod">
          <ac:chgData name="Judson Santiago" userId="ebb108da2f256286" providerId="LiveId" clId="{A292D58E-7FCF-4644-B8D9-485218EAE0D0}" dt="2025-10-04T13:13:03.308" v="1001" actId="20577"/>
          <ac:spMkLst>
            <pc:docMk/>
            <pc:sldMk cId="3344378258" sldId="274"/>
            <ac:spMk id="4" creationId="{00000000-0000-0000-0000-000000000000}"/>
          </ac:spMkLst>
        </pc:spChg>
        <pc:cxnChg chg="mod">
          <ac:chgData name="Judson Santiago" userId="ebb108da2f256286" providerId="LiveId" clId="{A292D58E-7FCF-4644-B8D9-485218EAE0D0}" dt="2025-10-04T13:33:44.397" v="1030" actId="1036"/>
          <ac:cxnSpMkLst>
            <pc:docMk/>
            <pc:sldMk cId="3344378258" sldId="274"/>
            <ac:cxnSpMk id="10" creationId="{9BDFA66D-B932-2178-EEF5-C49F87BCB33C}"/>
          </ac:cxnSpMkLst>
        </pc:cxnChg>
      </pc:sldChg>
      <pc:sldChg chg="modSp mod">
        <pc:chgData name="Judson Santiago" userId="ebb108da2f256286" providerId="LiveId" clId="{A292D58E-7FCF-4644-B8D9-485218EAE0D0}" dt="2025-10-04T14:03:59.602" v="1557" actId="207"/>
        <pc:sldMkLst>
          <pc:docMk/>
          <pc:sldMk cId="3807899216" sldId="275"/>
        </pc:sldMkLst>
        <pc:spChg chg="mod">
          <ac:chgData name="Judson Santiago" userId="ebb108da2f256286" providerId="LiveId" clId="{A292D58E-7FCF-4644-B8D9-485218EAE0D0}" dt="2025-10-04T14:03:59.602" v="1557" actId="207"/>
          <ac:spMkLst>
            <pc:docMk/>
            <pc:sldMk cId="3807899216" sldId="275"/>
            <ac:spMk id="3" creationId="{00000000-0000-0000-0000-000000000000}"/>
          </ac:spMkLst>
        </pc:spChg>
        <pc:spChg chg="mod">
          <ac:chgData name="Judson Santiago" userId="ebb108da2f256286" providerId="LiveId" clId="{A292D58E-7FCF-4644-B8D9-485218EAE0D0}" dt="2025-10-04T13:16:22.169" v="1010" actId="108"/>
          <ac:spMkLst>
            <pc:docMk/>
            <pc:sldMk cId="3807899216" sldId="275"/>
            <ac:spMk id="6" creationId="{B0D369FA-EC64-AEFF-0CF5-D643C3204215}"/>
          </ac:spMkLst>
        </pc:spChg>
        <pc:spChg chg="mod">
          <ac:chgData name="Judson Santiago" userId="ebb108da2f256286" providerId="LiveId" clId="{A292D58E-7FCF-4644-B8D9-485218EAE0D0}" dt="2025-10-04T13:16:26.517" v="1011" actId="108"/>
          <ac:spMkLst>
            <pc:docMk/>
            <pc:sldMk cId="3807899216" sldId="275"/>
            <ac:spMk id="9" creationId="{01C51CDB-62A5-FB9E-CCB4-805739509818}"/>
          </ac:spMkLst>
        </pc:spChg>
        <pc:spChg chg="mod">
          <ac:chgData name="Judson Santiago" userId="ebb108da2f256286" providerId="LiveId" clId="{A292D58E-7FCF-4644-B8D9-485218EAE0D0}" dt="2025-10-04T13:17:14.712" v="1019" actId="108"/>
          <ac:spMkLst>
            <pc:docMk/>
            <pc:sldMk cId="3807899216" sldId="275"/>
            <ac:spMk id="14" creationId="{1912D4D0-0FDD-0BC8-6B77-4E532A0658F5}"/>
          </ac:spMkLst>
        </pc:spChg>
        <pc:spChg chg="mod">
          <ac:chgData name="Judson Santiago" userId="ebb108da2f256286" providerId="LiveId" clId="{A292D58E-7FCF-4644-B8D9-485218EAE0D0}" dt="2025-10-04T13:16:57.797" v="1015" actId="404"/>
          <ac:spMkLst>
            <pc:docMk/>
            <pc:sldMk cId="3807899216" sldId="275"/>
            <ac:spMk id="15" creationId="{F3051C90-9F27-3309-E16A-847C1E9F750B}"/>
          </ac:spMkLst>
        </pc:spChg>
        <pc:spChg chg="mod">
          <ac:chgData name="Judson Santiago" userId="ebb108da2f256286" providerId="LiveId" clId="{A292D58E-7FCF-4644-B8D9-485218EAE0D0}" dt="2025-10-04T13:17:04.575" v="1017" actId="404"/>
          <ac:spMkLst>
            <pc:docMk/>
            <pc:sldMk cId="3807899216" sldId="275"/>
            <ac:spMk id="16" creationId="{C743DDE2-4964-5C18-8006-3225EA63AD3E}"/>
          </ac:spMkLst>
        </pc:spChg>
        <pc:spChg chg="mod">
          <ac:chgData name="Judson Santiago" userId="ebb108da2f256286" providerId="LiveId" clId="{A292D58E-7FCF-4644-B8D9-485218EAE0D0}" dt="2025-10-04T13:17:18.834" v="1020" actId="108"/>
          <ac:spMkLst>
            <pc:docMk/>
            <pc:sldMk cId="3807899216" sldId="275"/>
            <ac:spMk id="17" creationId="{9A11044A-2144-3969-3282-0763C23731DF}"/>
          </ac:spMkLst>
        </pc:spChg>
        <pc:spChg chg="mod">
          <ac:chgData name="Judson Santiago" userId="ebb108da2f256286" providerId="LiveId" clId="{A292D58E-7FCF-4644-B8D9-485218EAE0D0}" dt="2025-10-04T13:17:23.169" v="1021" actId="108"/>
          <ac:spMkLst>
            <pc:docMk/>
            <pc:sldMk cId="3807899216" sldId="275"/>
            <ac:spMk id="18" creationId="{B837F1B8-3832-6C53-2019-4CEFDA4640C2}"/>
          </ac:spMkLst>
        </pc:spChg>
        <pc:spChg chg="mod">
          <ac:chgData name="Judson Santiago" userId="ebb108da2f256286" providerId="LiveId" clId="{A292D58E-7FCF-4644-B8D9-485218EAE0D0}" dt="2025-10-04T13:17:26.309" v="1022" actId="108"/>
          <ac:spMkLst>
            <pc:docMk/>
            <pc:sldMk cId="3807899216" sldId="275"/>
            <ac:spMk id="19" creationId="{8F3DBA28-1A52-3E41-B48D-595A267CBAF5}"/>
          </ac:spMkLst>
        </pc:spChg>
      </pc:sldChg>
      <pc:sldChg chg="modSp mod">
        <pc:chgData name="Judson Santiago" userId="ebb108da2f256286" providerId="LiveId" clId="{A292D58E-7FCF-4644-B8D9-485218EAE0D0}" dt="2025-10-04T13:03:24.124" v="985" actId="20577"/>
        <pc:sldMkLst>
          <pc:docMk/>
          <pc:sldMk cId="3542343642" sldId="279"/>
        </pc:sldMkLst>
        <pc:spChg chg="mod">
          <ac:chgData name="Judson Santiago" userId="ebb108da2f256286" providerId="LiveId" clId="{A292D58E-7FCF-4644-B8D9-485218EAE0D0}" dt="2025-10-04T13:02:07.467" v="953" actId="20577"/>
          <ac:spMkLst>
            <pc:docMk/>
            <pc:sldMk cId="3542343642" sldId="279"/>
            <ac:spMk id="3" creationId="{30D6F26D-E759-4DE6-E066-0E72B0D68FB2}"/>
          </ac:spMkLst>
        </pc:spChg>
        <pc:spChg chg="mod">
          <ac:chgData name="Judson Santiago" userId="ebb108da2f256286" providerId="LiveId" clId="{A292D58E-7FCF-4644-B8D9-485218EAE0D0}" dt="2025-10-04T13:02:11.624" v="954" actId="1076"/>
          <ac:spMkLst>
            <pc:docMk/>
            <pc:sldMk cId="3542343642" sldId="279"/>
            <ac:spMk id="5" creationId="{27E61B72-B87C-FE3B-FF42-EFDB5EB1C9ED}"/>
          </ac:spMkLst>
        </pc:spChg>
        <pc:spChg chg="mod">
          <ac:chgData name="Judson Santiago" userId="ebb108da2f256286" providerId="LiveId" clId="{A292D58E-7FCF-4644-B8D9-485218EAE0D0}" dt="2025-10-04T13:03:24.124" v="985" actId="20577"/>
          <ac:spMkLst>
            <pc:docMk/>
            <pc:sldMk cId="3542343642" sldId="279"/>
            <ac:spMk id="6" creationId="{5AEFB264-E37E-1FD4-1B1C-B06E56BF89C4}"/>
          </ac:spMkLst>
        </pc:spChg>
        <pc:spChg chg="mod">
          <ac:chgData name="Judson Santiago" userId="ebb108da2f256286" providerId="LiveId" clId="{A292D58E-7FCF-4644-B8D9-485218EAE0D0}" dt="2025-10-04T13:02:17.545" v="955" actId="1076"/>
          <ac:spMkLst>
            <pc:docMk/>
            <pc:sldMk cId="3542343642" sldId="279"/>
            <ac:spMk id="7" creationId="{7E905F63-CDEC-1DDB-ADC1-28D4BE26D29E}"/>
          </ac:spMkLst>
        </pc:spChg>
      </pc:sldChg>
      <pc:sldChg chg="modSp mod">
        <pc:chgData name="Judson Santiago" userId="ebb108da2f256286" providerId="LiveId" clId="{A292D58E-7FCF-4644-B8D9-485218EAE0D0}" dt="2025-10-04T13:04:27.583" v="989" actId="1076"/>
        <pc:sldMkLst>
          <pc:docMk/>
          <pc:sldMk cId="1687214002" sldId="280"/>
        </pc:sldMkLst>
        <pc:spChg chg="mod">
          <ac:chgData name="Judson Santiago" userId="ebb108da2f256286" providerId="LiveId" clId="{A292D58E-7FCF-4644-B8D9-485218EAE0D0}" dt="2025-10-04T13:04:19.438" v="988" actId="20577"/>
          <ac:spMkLst>
            <pc:docMk/>
            <pc:sldMk cId="1687214002" sldId="280"/>
            <ac:spMk id="3" creationId="{9A6D3D2B-8C48-972C-B127-16193C815454}"/>
          </ac:spMkLst>
        </pc:spChg>
        <pc:spChg chg="mod">
          <ac:chgData name="Judson Santiago" userId="ebb108da2f256286" providerId="LiveId" clId="{A292D58E-7FCF-4644-B8D9-485218EAE0D0}" dt="2025-10-04T13:04:27.583" v="989" actId="1076"/>
          <ac:spMkLst>
            <pc:docMk/>
            <pc:sldMk cId="1687214002" sldId="280"/>
            <ac:spMk id="5" creationId="{A4CA655E-7419-891D-1A8E-9C5D454241C3}"/>
          </ac:spMkLst>
        </pc:spChg>
        <pc:spChg chg="mod">
          <ac:chgData name="Judson Santiago" userId="ebb108da2f256286" providerId="LiveId" clId="{A292D58E-7FCF-4644-B8D9-485218EAE0D0}" dt="2025-10-04T13:04:27.583" v="989" actId="1076"/>
          <ac:spMkLst>
            <pc:docMk/>
            <pc:sldMk cId="1687214002" sldId="280"/>
            <ac:spMk id="15" creationId="{0638E23C-D959-74ED-4D0E-436B6456B183}"/>
          </ac:spMkLst>
        </pc:spChg>
      </pc:sldChg>
      <pc:sldChg chg="modSp mod">
        <pc:chgData name="Judson Santiago" userId="ebb108da2f256286" providerId="LiveId" clId="{A292D58E-7FCF-4644-B8D9-485218EAE0D0}" dt="2025-10-04T13:34:28.744" v="1043" actId="20577"/>
        <pc:sldMkLst>
          <pc:docMk/>
          <pc:sldMk cId="2813524003" sldId="283"/>
        </pc:sldMkLst>
        <pc:spChg chg="mod">
          <ac:chgData name="Judson Santiago" userId="ebb108da2f256286" providerId="LiveId" clId="{A292D58E-7FCF-4644-B8D9-485218EAE0D0}" dt="2025-10-04T13:18:07.651" v="1023" actId="20577"/>
          <ac:spMkLst>
            <pc:docMk/>
            <pc:sldMk cId="2813524003" sldId="283"/>
            <ac:spMk id="2" creationId="{ED0C11DF-0212-C068-66DC-7694F744098A}"/>
          </ac:spMkLst>
        </pc:spChg>
        <pc:spChg chg="mod">
          <ac:chgData name="Judson Santiago" userId="ebb108da2f256286" providerId="LiveId" clId="{A292D58E-7FCF-4644-B8D9-485218EAE0D0}" dt="2025-10-04T13:34:28.744" v="1043" actId="20577"/>
          <ac:spMkLst>
            <pc:docMk/>
            <pc:sldMk cId="2813524003" sldId="283"/>
            <ac:spMk id="5" creationId="{B5F256C2-CBB5-A084-6104-0FEF18908908}"/>
          </ac:spMkLst>
        </pc:spChg>
      </pc:sldChg>
      <pc:sldChg chg="modSp mod">
        <pc:chgData name="Judson Santiago" userId="ebb108da2f256286" providerId="LiveId" clId="{A292D58E-7FCF-4644-B8D9-485218EAE0D0}" dt="2025-10-04T14:58:48.837" v="1849" actId="20577"/>
        <pc:sldMkLst>
          <pc:docMk/>
          <pc:sldMk cId="758266648" sldId="284"/>
        </pc:sldMkLst>
        <pc:spChg chg="mod">
          <ac:chgData name="Judson Santiago" userId="ebb108da2f256286" providerId="LiveId" clId="{A292D58E-7FCF-4644-B8D9-485218EAE0D0}" dt="2025-10-04T14:58:48.837" v="1849" actId="20577"/>
          <ac:spMkLst>
            <pc:docMk/>
            <pc:sldMk cId="758266648" sldId="284"/>
            <ac:spMk id="3" creationId="{A5B8990C-1982-5D33-4B78-3FC782C58604}"/>
          </ac:spMkLst>
        </pc:spChg>
      </pc:sldChg>
      <pc:sldChg chg="modNotesTx">
        <pc:chgData name="Judson Santiago" userId="ebb108da2f256286" providerId="LiveId" clId="{A292D58E-7FCF-4644-B8D9-485218EAE0D0}" dt="2025-10-04T13:51:07.976" v="1224" actId="20577"/>
        <pc:sldMkLst>
          <pc:docMk/>
          <pc:sldMk cId="980628797" sldId="285"/>
        </pc:sldMkLst>
      </pc:sldChg>
      <pc:sldChg chg="modSp mod modNotesTx">
        <pc:chgData name="Judson Santiago" userId="ebb108da2f256286" providerId="LiveId" clId="{A292D58E-7FCF-4644-B8D9-485218EAE0D0}" dt="2025-10-04T13:54:28.116" v="1244" actId="20577"/>
        <pc:sldMkLst>
          <pc:docMk/>
          <pc:sldMk cId="2254089075" sldId="286"/>
        </pc:sldMkLst>
        <pc:spChg chg="mod">
          <ac:chgData name="Judson Santiago" userId="ebb108da2f256286" providerId="LiveId" clId="{A292D58E-7FCF-4644-B8D9-485218EAE0D0}" dt="2025-10-04T13:52:30.305" v="1238" actId="20577"/>
          <ac:spMkLst>
            <pc:docMk/>
            <pc:sldMk cId="2254089075" sldId="286"/>
            <ac:spMk id="6" creationId="{86943AD9-DC7F-48F7-D8C9-21C3A71D790B}"/>
          </ac:spMkLst>
        </pc:spChg>
      </pc:sldChg>
      <pc:sldChg chg="modSp mod">
        <pc:chgData name="Judson Santiago" userId="ebb108da2f256286" providerId="LiveId" clId="{A292D58E-7FCF-4644-B8D9-485218EAE0D0}" dt="2025-10-04T14:57:32.631" v="1847" actId="20577"/>
        <pc:sldMkLst>
          <pc:docMk/>
          <pc:sldMk cId="1916994332" sldId="288"/>
        </pc:sldMkLst>
        <pc:spChg chg="mod">
          <ac:chgData name="Judson Santiago" userId="ebb108da2f256286" providerId="LiveId" clId="{A292D58E-7FCF-4644-B8D9-485218EAE0D0}" dt="2025-10-04T14:57:32.631" v="1847" actId="20577"/>
          <ac:spMkLst>
            <pc:docMk/>
            <pc:sldMk cId="1916994332" sldId="288"/>
            <ac:spMk id="3" creationId="{F666F511-04C5-641C-FDA8-5F6D5B0D2B38}"/>
          </ac:spMkLst>
        </pc:spChg>
      </pc:sldChg>
      <pc:sldChg chg="modSp mod">
        <pc:chgData name="Judson Santiago" userId="ebb108da2f256286" providerId="LiveId" clId="{A292D58E-7FCF-4644-B8D9-485218EAE0D0}" dt="2025-10-04T13:06:07.116" v="996" actId="20577"/>
        <pc:sldMkLst>
          <pc:docMk/>
          <pc:sldMk cId="1739553486" sldId="289"/>
        </pc:sldMkLst>
        <pc:spChg chg="mod">
          <ac:chgData name="Judson Santiago" userId="ebb108da2f256286" providerId="LiveId" clId="{A292D58E-7FCF-4644-B8D9-485218EAE0D0}" dt="2025-10-04T13:06:07.116" v="996" actId="20577"/>
          <ac:spMkLst>
            <pc:docMk/>
            <pc:sldMk cId="1739553486" sldId="289"/>
            <ac:spMk id="3" creationId="{D20E943A-85DF-5B26-6956-CD69070458E3}"/>
          </ac:spMkLst>
        </pc:spChg>
      </pc:sldChg>
      <pc:sldChg chg="modSp mod">
        <pc:chgData name="Judson Santiago" userId="ebb108da2f256286" providerId="LiveId" clId="{A292D58E-7FCF-4644-B8D9-485218EAE0D0}" dt="2025-10-04T14:57:05.826" v="1846" actId="20577"/>
        <pc:sldMkLst>
          <pc:docMk/>
          <pc:sldMk cId="1083102309" sldId="290"/>
        </pc:sldMkLst>
        <pc:spChg chg="mod">
          <ac:chgData name="Judson Santiago" userId="ebb108da2f256286" providerId="LiveId" clId="{A292D58E-7FCF-4644-B8D9-485218EAE0D0}" dt="2025-10-04T14:57:05.826" v="1846" actId="20577"/>
          <ac:spMkLst>
            <pc:docMk/>
            <pc:sldMk cId="1083102309" sldId="290"/>
            <ac:spMk id="3" creationId="{6C213CDE-AC46-FCF2-CD34-755EFA0875DE}"/>
          </ac:spMkLst>
        </pc:spChg>
      </pc:sldChg>
      <pc:sldChg chg="modSp mod">
        <pc:chgData name="Judson Santiago" userId="ebb108da2f256286" providerId="LiveId" clId="{A292D58E-7FCF-4644-B8D9-485218EAE0D0}" dt="2025-10-04T14:08:11.940" v="1583"/>
        <pc:sldMkLst>
          <pc:docMk/>
          <pc:sldMk cId="150524074" sldId="294"/>
        </pc:sldMkLst>
        <pc:spChg chg="mod">
          <ac:chgData name="Judson Santiago" userId="ebb108da2f256286" providerId="LiveId" clId="{A292D58E-7FCF-4644-B8D9-485218EAE0D0}" dt="2025-10-04T14:08:11.940" v="1583"/>
          <ac:spMkLst>
            <pc:docMk/>
            <pc:sldMk cId="150524074" sldId="294"/>
            <ac:spMk id="4" creationId="{36403ECA-B9E1-2EEC-7C85-8D69573AE597}"/>
          </ac:spMkLst>
        </pc:spChg>
      </pc:sldChg>
      <pc:sldChg chg="modNotesTx">
        <pc:chgData name="Judson Santiago" userId="ebb108da2f256286" providerId="LiveId" clId="{A292D58E-7FCF-4644-B8D9-485218EAE0D0}" dt="2025-10-04T14:03:03.077" v="1554" actId="20577"/>
        <pc:sldMkLst>
          <pc:docMk/>
          <pc:sldMk cId="4120644559" sldId="295"/>
        </pc:sldMkLst>
      </pc:sldChg>
      <pc:sldChg chg="modSp mod">
        <pc:chgData name="Judson Santiago" userId="ebb108da2f256286" providerId="LiveId" clId="{A292D58E-7FCF-4644-B8D9-485218EAE0D0}" dt="2025-10-04T14:08:46.387" v="1586" actId="20577"/>
        <pc:sldMkLst>
          <pc:docMk/>
          <pc:sldMk cId="233727334" sldId="297"/>
        </pc:sldMkLst>
        <pc:spChg chg="mod">
          <ac:chgData name="Judson Santiago" userId="ebb108da2f256286" providerId="LiveId" clId="{A292D58E-7FCF-4644-B8D9-485218EAE0D0}" dt="2025-10-04T14:03:45.050" v="1556" actId="207"/>
          <ac:spMkLst>
            <pc:docMk/>
            <pc:sldMk cId="233727334" sldId="297"/>
            <ac:spMk id="3" creationId="{B8AE220E-B91D-B5F4-5383-84398B5D3282}"/>
          </ac:spMkLst>
        </pc:spChg>
        <pc:spChg chg="mod">
          <ac:chgData name="Judson Santiago" userId="ebb108da2f256286" providerId="LiveId" clId="{A292D58E-7FCF-4644-B8D9-485218EAE0D0}" dt="2025-10-04T14:08:46.387" v="1586" actId="20577"/>
          <ac:spMkLst>
            <pc:docMk/>
            <pc:sldMk cId="233727334" sldId="297"/>
            <ac:spMk id="12" creationId="{1DD39A4E-9BCE-55AD-FC0A-3E133795C3D4}"/>
          </ac:spMkLst>
        </pc:spChg>
      </pc:sldChg>
      <pc:sldChg chg="modSp mod">
        <pc:chgData name="Judson Santiago" userId="ebb108da2f256286" providerId="LiveId" clId="{A292D58E-7FCF-4644-B8D9-485218EAE0D0}" dt="2025-10-04T14:05:40.146" v="1570" actId="20577"/>
        <pc:sldMkLst>
          <pc:docMk/>
          <pc:sldMk cId="3394155192" sldId="298"/>
        </pc:sldMkLst>
        <pc:spChg chg="mod">
          <ac:chgData name="Judson Santiago" userId="ebb108da2f256286" providerId="LiveId" clId="{A292D58E-7FCF-4644-B8D9-485218EAE0D0}" dt="2025-10-04T14:05:40.146" v="1570" actId="20577"/>
          <ac:spMkLst>
            <pc:docMk/>
            <pc:sldMk cId="3394155192" sldId="298"/>
            <ac:spMk id="3" creationId="{2FB2C587-7776-0DD6-E044-806CC7920319}"/>
          </ac:spMkLst>
        </pc:spChg>
        <pc:spChg chg="mod">
          <ac:chgData name="Judson Santiago" userId="ebb108da2f256286" providerId="LiveId" clId="{A292D58E-7FCF-4644-B8D9-485218EAE0D0}" dt="2025-10-04T14:04:58.279" v="1561" actId="207"/>
          <ac:spMkLst>
            <pc:docMk/>
            <pc:sldMk cId="3394155192" sldId="298"/>
            <ac:spMk id="5" creationId="{C7B27C9A-8C23-817C-4A1A-6399A1E35E58}"/>
          </ac:spMkLst>
        </pc:spChg>
      </pc:sldChg>
      <pc:sldChg chg="modSp mod">
        <pc:chgData name="Judson Santiago" userId="ebb108da2f256286" providerId="LiveId" clId="{A292D58E-7FCF-4644-B8D9-485218EAE0D0}" dt="2025-10-04T14:09:55.995" v="1631" actId="1076"/>
        <pc:sldMkLst>
          <pc:docMk/>
          <pc:sldMk cId="2226079081" sldId="299"/>
        </pc:sldMkLst>
        <pc:spChg chg="mod">
          <ac:chgData name="Judson Santiago" userId="ebb108da2f256286" providerId="LiveId" clId="{A292D58E-7FCF-4644-B8D9-485218EAE0D0}" dt="2025-10-04T14:09:42.463" v="1630" actId="207"/>
          <ac:spMkLst>
            <pc:docMk/>
            <pc:sldMk cId="2226079081" sldId="299"/>
            <ac:spMk id="3" creationId="{3B178150-AFF4-548F-22C5-B14926D87DF8}"/>
          </ac:spMkLst>
        </pc:spChg>
        <pc:spChg chg="mod">
          <ac:chgData name="Judson Santiago" userId="ebb108da2f256286" providerId="LiveId" clId="{A292D58E-7FCF-4644-B8D9-485218EAE0D0}" dt="2025-10-04T14:09:55.995" v="1631" actId="1076"/>
          <ac:spMkLst>
            <pc:docMk/>
            <pc:sldMk cId="2226079081" sldId="299"/>
            <ac:spMk id="4" creationId="{50748034-E90F-8DC8-D9F8-C6F32B6899B7}"/>
          </ac:spMkLst>
        </pc:spChg>
      </pc:sldChg>
      <pc:sldChg chg="modSp mod modNotesTx">
        <pc:chgData name="Judson Santiago" userId="ebb108da2f256286" providerId="LiveId" clId="{A292D58E-7FCF-4644-B8D9-485218EAE0D0}" dt="2025-10-04T14:11:45.256" v="1644" actId="20577"/>
        <pc:sldMkLst>
          <pc:docMk/>
          <pc:sldMk cId="2384899550" sldId="300"/>
        </pc:sldMkLst>
        <pc:spChg chg="mod">
          <ac:chgData name="Judson Santiago" userId="ebb108da2f256286" providerId="LiveId" clId="{A292D58E-7FCF-4644-B8D9-485218EAE0D0}" dt="2025-10-04T14:11:05.661" v="1636" actId="207"/>
          <ac:spMkLst>
            <pc:docMk/>
            <pc:sldMk cId="2384899550" sldId="300"/>
            <ac:spMk id="3" creationId="{3B6D09F8-A614-F616-CACD-1E456EE9AC37}"/>
          </ac:spMkLst>
        </pc:spChg>
      </pc:sldChg>
      <pc:sldChg chg="delSp modSp mod modNotesTx">
        <pc:chgData name="Judson Santiago" userId="ebb108da2f256286" providerId="LiveId" clId="{A292D58E-7FCF-4644-B8D9-485218EAE0D0}" dt="2025-10-04T14:58:02.408" v="1848" actId="20577"/>
        <pc:sldMkLst>
          <pc:docMk/>
          <pc:sldMk cId="1709310116" sldId="301"/>
        </pc:sldMkLst>
        <pc:spChg chg="mod">
          <ac:chgData name="Judson Santiago" userId="ebb108da2f256286" providerId="LiveId" clId="{A292D58E-7FCF-4644-B8D9-485218EAE0D0}" dt="2025-10-04T14:58:02.408" v="1848" actId="20577"/>
          <ac:spMkLst>
            <pc:docMk/>
            <pc:sldMk cId="1709310116" sldId="301"/>
            <ac:spMk id="3" creationId="{C8181AB1-FF42-DC0F-12F0-7C0DE2BB8BAE}"/>
          </ac:spMkLst>
        </pc:spChg>
      </pc:sldChg>
      <pc:sldChg chg="modSp mod modNotesTx">
        <pc:chgData name="Judson Santiago" userId="ebb108da2f256286" providerId="LiveId" clId="{A292D58E-7FCF-4644-B8D9-485218EAE0D0}" dt="2025-10-04T14:14:34.854" v="1739" actId="20577"/>
        <pc:sldMkLst>
          <pc:docMk/>
          <pc:sldMk cId="4186927255" sldId="302"/>
        </pc:sldMkLst>
        <pc:spChg chg="mod">
          <ac:chgData name="Judson Santiago" userId="ebb108da2f256286" providerId="LiveId" clId="{A292D58E-7FCF-4644-B8D9-485218EAE0D0}" dt="2025-10-04T14:14:34.854" v="1739" actId="20577"/>
          <ac:spMkLst>
            <pc:docMk/>
            <pc:sldMk cId="4186927255" sldId="302"/>
            <ac:spMk id="4" creationId="{F40378BA-9DAC-E610-6AFA-C29A2CE7F5EE}"/>
          </ac:spMkLst>
        </pc:spChg>
      </pc:sldChg>
      <pc:sldChg chg="modSp mod">
        <pc:chgData name="Judson Santiago" userId="ebb108da2f256286" providerId="LiveId" clId="{A292D58E-7FCF-4644-B8D9-485218EAE0D0}" dt="2025-10-04T14:15:47.639" v="1748" actId="20577"/>
        <pc:sldMkLst>
          <pc:docMk/>
          <pc:sldMk cId="3549854080" sldId="304"/>
        </pc:sldMkLst>
        <pc:spChg chg="mod">
          <ac:chgData name="Judson Santiago" userId="ebb108da2f256286" providerId="LiveId" clId="{A292D58E-7FCF-4644-B8D9-485218EAE0D0}" dt="2025-10-04T14:15:47.639" v="1748" actId="20577"/>
          <ac:spMkLst>
            <pc:docMk/>
            <pc:sldMk cId="3549854080" sldId="304"/>
            <ac:spMk id="4" creationId="{07C1DD28-D5A3-CD89-BD76-5B3B31316D8E}"/>
          </ac:spMkLst>
        </pc:spChg>
      </pc:sldChg>
      <pc:sldChg chg="modSp mod">
        <pc:chgData name="Judson Santiago" userId="ebb108da2f256286" providerId="LiveId" clId="{A292D58E-7FCF-4644-B8D9-485218EAE0D0}" dt="2025-10-04T14:18:49.515" v="1754" actId="20577"/>
        <pc:sldMkLst>
          <pc:docMk/>
          <pc:sldMk cId="3678205706" sldId="305"/>
        </pc:sldMkLst>
        <pc:spChg chg="mod">
          <ac:chgData name="Judson Santiago" userId="ebb108da2f256286" providerId="LiveId" clId="{A292D58E-7FCF-4644-B8D9-485218EAE0D0}" dt="2025-10-04T14:18:09.096" v="1752" actId="20577"/>
          <ac:spMkLst>
            <pc:docMk/>
            <pc:sldMk cId="3678205706" sldId="305"/>
            <ac:spMk id="6" creationId="{0218DE39-D93C-C081-3269-77050F7DE959}"/>
          </ac:spMkLst>
        </pc:spChg>
        <pc:spChg chg="mod">
          <ac:chgData name="Judson Santiago" userId="ebb108da2f256286" providerId="LiveId" clId="{A292D58E-7FCF-4644-B8D9-485218EAE0D0}" dt="2025-10-04T14:18:49.515" v="1754" actId="20577"/>
          <ac:spMkLst>
            <pc:docMk/>
            <pc:sldMk cId="3678205706" sldId="305"/>
            <ac:spMk id="8" creationId="{F5ED0EF8-D310-8726-FEC0-09BFCAD90934}"/>
          </ac:spMkLst>
        </pc:spChg>
      </pc:sldChg>
      <pc:sldChg chg="modSp mod modNotesTx">
        <pc:chgData name="Judson Santiago" userId="ebb108da2f256286" providerId="LiveId" clId="{A292D58E-7FCF-4644-B8D9-485218EAE0D0}" dt="2025-10-04T14:21:16.762" v="1835" actId="20577"/>
        <pc:sldMkLst>
          <pc:docMk/>
          <pc:sldMk cId="3174823187" sldId="306"/>
        </pc:sldMkLst>
        <pc:spChg chg="mod">
          <ac:chgData name="Judson Santiago" userId="ebb108da2f256286" providerId="LiveId" clId="{A292D58E-7FCF-4644-B8D9-485218EAE0D0}" dt="2025-10-04T14:19:23.406" v="1763" actId="20577"/>
          <ac:spMkLst>
            <pc:docMk/>
            <pc:sldMk cId="3174823187" sldId="306"/>
            <ac:spMk id="3" creationId="{8B983BCE-6756-435F-B4DB-281FC9C13791}"/>
          </ac:spMkLst>
        </pc:spChg>
        <pc:spChg chg="mod">
          <ac:chgData name="Judson Santiago" userId="ebb108da2f256286" providerId="LiveId" clId="{A292D58E-7FCF-4644-B8D9-485218EAE0D0}" dt="2025-10-04T14:19:41.389" v="1765" actId="20577"/>
          <ac:spMkLst>
            <pc:docMk/>
            <pc:sldMk cId="3174823187" sldId="306"/>
            <ac:spMk id="4" creationId="{785E5530-F4C9-636E-E463-35C044646B11}"/>
          </ac:spMkLst>
        </pc:spChg>
        <pc:spChg chg="mod">
          <ac:chgData name="Judson Santiago" userId="ebb108da2f256286" providerId="LiveId" clId="{A292D58E-7FCF-4644-B8D9-485218EAE0D0}" dt="2025-10-04T14:20:14.906" v="1769" actId="20577"/>
          <ac:spMkLst>
            <pc:docMk/>
            <pc:sldMk cId="3174823187" sldId="306"/>
            <ac:spMk id="5" creationId="{FFCAE66B-A57F-61C4-3B3A-D63C304E6931}"/>
          </ac:spMkLst>
        </pc:spChg>
      </pc:sldChg>
      <pc:sldChg chg="add">
        <pc:chgData name="Judson Santiago" userId="ebb108da2f256286" providerId="LiveId" clId="{A292D58E-7FCF-4644-B8D9-485218EAE0D0}" dt="2025-10-07T19:07:12.374" v="1865"/>
        <pc:sldMkLst>
          <pc:docMk/>
          <pc:sldMk cId="2749748510" sldId="329"/>
        </pc:sldMkLst>
      </pc:sldChg>
      <pc:sldChg chg="modSp add mod">
        <pc:chgData name="Judson Santiago" userId="ebb108da2f256286" providerId="LiveId" clId="{A292D58E-7FCF-4644-B8D9-485218EAE0D0}" dt="2025-10-07T19:08:33.323" v="1872" actId="208"/>
        <pc:sldMkLst>
          <pc:docMk/>
          <pc:sldMk cId="3828284894" sldId="347"/>
        </pc:sldMkLst>
        <pc:picChg chg="mod">
          <ac:chgData name="Judson Santiago" userId="ebb108da2f256286" providerId="LiveId" clId="{A292D58E-7FCF-4644-B8D9-485218EAE0D0}" dt="2025-10-07T19:08:33.323" v="1872" actId="208"/>
          <ac:picMkLst>
            <pc:docMk/>
            <pc:sldMk cId="3828284894" sldId="347"/>
            <ac:picMk id="14" creationId="{84CA0CA1-4515-4A9C-DBAD-0522D84A15FB}"/>
          </ac:picMkLst>
        </pc:picChg>
      </pc:sldChg>
      <pc:sldChg chg="modSp add mod">
        <pc:chgData name="Judson Santiago" userId="ebb108da2f256286" providerId="LiveId" clId="{A292D58E-7FCF-4644-B8D9-485218EAE0D0}" dt="2025-10-07T19:08:00.818" v="1870" actId="207"/>
        <pc:sldMkLst>
          <pc:docMk/>
          <pc:sldMk cId="3964041671" sldId="355"/>
        </pc:sldMkLst>
        <pc:spChg chg="mod">
          <ac:chgData name="Judson Santiago" userId="ebb108da2f256286" providerId="LiveId" clId="{A292D58E-7FCF-4644-B8D9-485218EAE0D0}" dt="2025-10-07T19:07:30.406" v="1866" actId="208"/>
          <ac:spMkLst>
            <pc:docMk/>
            <pc:sldMk cId="3964041671" sldId="355"/>
            <ac:spMk id="10" creationId="{D9E97C17-B0C1-B3F0-0582-380B815EE9DE}"/>
          </ac:spMkLst>
        </pc:spChg>
        <pc:spChg chg="mod">
          <ac:chgData name="Judson Santiago" userId="ebb108da2f256286" providerId="LiveId" clId="{A292D58E-7FCF-4644-B8D9-485218EAE0D0}" dt="2025-10-07T19:08:00.818" v="1870" actId="207"/>
          <ac:spMkLst>
            <pc:docMk/>
            <pc:sldMk cId="3964041671" sldId="355"/>
            <ac:spMk id="15" creationId="{93D84CD0-C111-8832-98CF-061DD4296E9E}"/>
          </ac:spMkLst>
        </pc:spChg>
      </pc:sldChg>
      <pc:sldChg chg="modSp add mod">
        <pc:chgData name="Judson Santiago" userId="ebb108da2f256286" providerId="LiveId" clId="{A292D58E-7FCF-4644-B8D9-485218EAE0D0}" dt="2025-10-07T19:08:39.106" v="1873" actId="208"/>
        <pc:sldMkLst>
          <pc:docMk/>
          <pc:sldMk cId="4039746507" sldId="356"/>
        </pc:sldMkLst>
        <pc:spChg chg="mod">
          <ac:chgData name="Judson Santiago" userId="ebb108da2f256286" providerId="LiveId" clId="{A292D58E-7FCF-4644-B8D9-485218EAE0D0}" dt="2025-10-07T19:08:10.176" v="1871" actId="108"/>
          <ac:spMkLst>
            <pc:docMk/>
            <pc:sldMk cId="4039746507" sldId="356"/>
            <ac:spMk id="28" creationId="{2A3B27D0-EC20-C1E9-F1EB-E13E345D3829}"/>
          </ac:spMkLst>
        </pc:spChg>
        <pc:picChg chg="mod">
          <ac:chgData name="Judson Santiago" userId="ebb108da2f256286" providerId="LiveId" clId="{A292D58E-7FCF-4644-B8D9-485218EAE0D0}" dt="2025-10-07T19:08:39.106" v="1873" actId="208"/>
          <ac:picMkLst>
            <pc:docMk/>
            <pc:sldMk cId="4039746507" sldId="356"/>
            <ac:picMk id="14" creationId="{84CA0CA1-4515-4A9C-DBAD-0522D84A15F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6FC6E-831B-4C5E-8751-6BBED6FFBE8E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BE35C-FFF7-45E7-A1F3-86D06533C3F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61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Tx/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Em aulas anteriores estudamos o que é um template, uma função que consegue trabalhar com tipos genéricos, usada quando o algoritmo independe do tipo do valor recebido. Mas o que vocês ainda não sabem é que é possível dar um tratamento especial para certos tipos, e é justamente ai onde entram as especializações de templates. E vai além disso, as especializações permitem tratar algumas limitações do template.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9644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>
                <a:solidFill>
                  <a:schemeClr val="bg1"/>
                </a:solidFill>
              </a:rPr>
              <a:t>Relembrando o que foi visto na última aula.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875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843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3825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70C10-AC10-DC2D-F9F8-39460D25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C96CAC-2A0D-D7CF-AD24-982C39D0B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D39142-2524-A6EE-EF31-8B54E3C2C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schemeClr val="bg1"/>
                </a:solidFill>
              </a:rPr>
              <a:t>» Mostrar erros obtidos na criação de uma biblioteca: </a:t>
            </a:r>
            <a:r>
              <a:rPr lang="pt-BR" sz="1200" b="1" dirty="0">
                <a:solidFill>
                  <a:schemeClr val="bg1"/>
                </a:solidFill>
              </a:rPr>
              <a:t>Trocando.cpp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b="1" dirty="0" err="1">
                <a:solidFill>
                  <a:schemeClr val="bg1"/>
                </a:solidFill>
              </a:rPr>
              <a:t>Troca.h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b="1" dirty="0">
                <a:solidFill>
                  <a:schemeClr val="bg1"/>
                </a:solidFill>
              </a:rPr>
              <a:t>Troca.cpp</a:t>
            </a:r>
            <a:r>
              <a:rPr lang="pt-BR" sz="1200" dirty="0">
                <a:solidFill>
                  <a:schemeClr val="bg1"/>
                </a:solidFill>
              </a:rPr>
              <a:t>. </a:t>
            </a:r>
            <a:br>
              <a:rPr lang="pt-BR" sz="1200" dirty="0">
                <a:solidFill>
                  <a:schemeClr val="bg1"/>
                </a:solidFill>
              </a:rPr>
            </a:br>
            <a:br>
              <a:rPr lang="pt-BR" sz="1200" dirty="0">
                <a:solidFill>
                  <a:schemeClr val="bg1"/>
                </a:solidFill>
              </a:rPr>
            </a:br>
            <a:r>
              <a:rPr lang="pt-BR" sz="1200" dirty="0">
                <a:solidFill>
                  <a:schemeClr val="bg1"/>
                </a:solidFill>
              </a:rPr>
              <a:t>Ao analisar o </a:t>
            </a:r>
            <a:r>
              <a:rPr lang="pt-BR" sz="1200" dirty="0" err="1">
                <a:solidFill>
                  <a:schemeClr val="bg1"/>
                </a:solidFill>
              </a:rPr>
              <a:t>cpp</a:t>
            </a:r>
            <a:r>
              <a:rPr lang="pt-BR" sz="1200" dirty="0">
                <a:solidFill>
                  <a:schemeClr val="bg1"/>
                </a:solidFill>
              </a:rPr>
              <a:t> com a definição do template, não é feita instanciação porque não há chamada da função neste arquivo. Vamos resolver esse problema com instanciações explícitas.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6E76D9-8155-C260-34F4-1931AD395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40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0912F-E4FA-7389-47E1-7FD87D12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9861E0-354B-0EBC-AC0E-43B4C9BD3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0A5139E-DBB2-DF34-93C4-82F971318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CFA10B-C78F-5743-F1FF-A73163E09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491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Outra limitação?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536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6676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049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89CEF-499F-4B13-E8A8-2CB967EB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108207-A96C-1F18-394D-71CC29DE7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7C4C87-4885-2F08-2D38-6FB8D5EE1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FD4F90-4A14-0D6C-C69A-12FA8F54BD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8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343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especialização tem prioridade sobre o template genérico. Mas e se criarmos uma função de mesmo nome? Ela tem prioridade sobre a especialização.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9918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* Instanciação: conceito de criar cópias (clones) de um modelo existente.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208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Compilador, já cria pra mim uma função para trocar inteiros, sem esperar para ver o uso dessa função no código.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638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especializações precisam ter seu próprio corpo. A instanciação explícita não usa &lt;&gt;.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564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o template gera funções a partir do seu uso, por que forçar a criação de uma função que eu não sei se será usada?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605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FDDF8-E974-E5A5-9A4A-CDE78012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DD9EC4-9E5C-73C0-D255-922F33A46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B30BA23-114D-D23B-F841-806010271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1E0537-5B08-47D0-B9BD-093AE880F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8382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972E-9F1C-2FA3-5B66-0DA45037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73DA9F-4A2D-5E3E-0A9E-41215F503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1AAC15E-8985-B334-D613-7675B56D8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Isso limita a podermos usar a função apenas para vetores de </a:t>
            </a:r>
            <a:r>
              <a:rPr lang="pt-BR" dirty="0" err="1"/>
              <a:t>int’s</a:t>
            </a:r>
            <a:r>
              <a:rPr lang="pt-BR" dirty="0"/>
              <a:t>, mas esse é justamente um dos pontos da instanciação explícita: manter o controle sobre os tipos que podem ser usados. Perde-se obviamente a flexibilidade do template nesse processo.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3BE4B2-8BB7-4AF7-5940-41D9CAA8D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4879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2E723-6067-11F4-3474-6ACF0A7F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40D206D-B5BF-F6FA-C694-627ACC57D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BAD896-A2BB-A16C-2596-B3DE55A1E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>
                <a:solidFill>
                  <a:schemeClr val="bg1"/>
                </a:solidFill>
              </a:rPr>
              <a:t>» Mostrar como a presença da instanciação explícita faz diferença: executar o exemplo e remover a instanciação explícita para ver o erro.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B120B3-F46F-E8D1-B25F-83D51EEC2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6284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schemeClr val="bg1"/>
                </a:solidFill>
              </a:rPr>
              <a:t>» Mostrar exemplo (</a:t>
            </a:r>
            <a:r>
              <a:rPr lang="pt-BR" sz="1200" b="1" dirty="0" err="1">
                <a:solidFill>
                  <a:schemeClr val="bg1"/>
                </a:solidFill>
              </a:rPr>
              <a:t>Controle.h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b="1" dirty="0">
                <a:solidFill>
                  <a:schemeClr val="bg1"/>
                </a:solidFill>
              </a:rPr>
              <a:t>Controle.cpp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b="1" dirty="0">
                <a:solidFill>
                  <a:schemeClr val="bg1"/>
                </a:solidFill>
              </a:rPr>
              <a:t>Controlando.cpp</a:t>
            </a:r>
            <a:r>
              <a:rPr lang="pt-BR" sz="1200" dirty="0">
                <a:solidFill>
                  <a:schemeClr val="bg1"/>
                </a:solidFill>
              </a:rPr>
              <a:t>) do material de apoio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8376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Sem a instanciação explícita a chamada iria falhar.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311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Mas vamos supor que você quer criar uma função Soma para tipos diferentes...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5707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 momento em que o compilador vê </a:t>
            </a:r>
            <a:r>
              <a:rPr lang="pt-BR" dirty="0" err="1"/>
              <a:t>a+b</a:t>
            </a:r>
            <a:r>
              <a:rPr lang="pt-BR" dirty="0"/>
              <a:t> no decltype, os parâmetros ainda não foram definidos.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1269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Nos exercícios veremos mais detalhes sobre </a:t>
            </a:r>
            <a:r>
              <a:rPr lang="pt-BR" dirty="0" err="1"/>
              <a:t>decltype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8400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E6676-E418-C1F4-6E8E-9BEC6732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53C98C-447C-9652-4CD3-160390E99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487C64A-125E-ADEF-9866-C0C4725F3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C7E140-2D2C-1F42-D685-98F003E22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0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CBE35C-FFF7-45E7-A1F3-86D06533C3F2}" type="slidenum">
              <a:rPr lang="pt-BR" smtClean="0"/>
              <a:pPr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370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 descr="Rede de tecnologia iluminada em uma tela de fundo escura">
            <a:extLst>
              <a:ext uri="{FF2B5EF4-FFF2-40B4-BE49-F238E27FC236}">
                <a16:creationId xmlns:a16="http://schemas.microsoft.com/office/drawing/2014/main" id="{6BC6F4AC-4749-4D4D-A248-A838708D03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</a:blip>
          <a:srcRect t="22329"/>
          <a:stretch/>
        </p:blipFill>
        <p:spPr>
          <a:xfrm flipH="1" flipV="1">
            <a:off x="487680" y="0"/>
            <a:ext cx="11704320" cy="6858000"/>
          </a:xfrm>
          <a:prstGeom prst="rect">
            <a:avLst/>
          </a:prstGeom>
        </p:spPr>
      </p:pic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817EF7D-E89C-FB16-CBAA-1CB13789BED9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gradFill flip="none" rotWithShape="1">
            <a:gsLst>
              <a:gs pos="0">
                <a:srgbClr val="FFFFFF">
                  <a:shade val="30000"/>
                  <a:satMod val="115000"/>
                </a:srgbClr>
              </a:gs>
              <a:gs pos="50000">
                <a:srgbClr val="FFFFFF">
                  <a:shade val="675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0" scaled="1"/>
            <a:tileRect/>
          </a:gra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Retângulo 55">
            <a:extLst>
              <a:ext uri="{FF2B5EF4-FFF2-40B4-BE49-F238E27FC236}">
                <a16:creationId xmlns:a16="http://schemas.microsoft.com/office/drawing/2014/main" id="{F96A22DC-797F-7CF4-D457-52EF91A47071}"/>
              </a:ext>
            </a:extLst>
          </p:cNvPr>
          <p:cNvSpPr/>
          <p:nvPr userDrawn="1"/>
        </p:nvSpPr>
        <p:spPr>
          <a:xfrm>
            <a:off x="340388" y="5241062"/>
            <a:ext cx="97536" cy="1497975"/>
          </a:xfrm>
          <a:prstGeom prst="rect">
            <a:avLst/>
          </a:prstGeom>
          <a:solidFill>
            <a:schemeClr val="tx2">
              <a:lumMod val="2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" name="Retângulo 64">
            <a:extLst>
              <a:ext uri="{FF2B5EF4-FFF2-40B4-BE49-F238E27FC236}">
                <a16:creationId xmlns:a16="http://schemas.microsoft.com/office/drawing/2014/main" id="{76AE920F-BC41-FB55-DF98-726DE49B0414}"/>
              </a:ext>
            </a:extLst>
          </p:cNvPr>
          <p:cNvSpPr/>
          <p:nvPr userDrawn="1"/>
        </p:nvSpPr>
        <p:spPr>
          <a:xfrm>
            <a:off x="340388" y="4981839"/>
            <a:ext cx="97536" cy="228600"/>
          </a:xfrm>
          <a:prstGeom prst="rect">
            <a:avLst/>
          </a:prstGeom>
          <a:solidFill>
            <a:schemeClr val="tx2">
              <a:lumMod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5" name="Retângulo 65">
            <a:extLst>
              <a:ext uri="{FF2B5EF4-FFF2-40B4-BE49-F238E27FC236}">
                <a16:creationId xmlns:a16="http://schemas.microsoft.com/office/drawing/2014/main" id="{AEF254DE-07FA-6968-549A-59A8ABDD50DF}"/>
              </a:ext>
            </a:extLst>
          </p:cNvPr>
          <p:cNvSpPr/>
          <p:nvPr userDrawn="1"/>
        </p:nvSpPr>
        <p:spPr>
          <a:xfrm>
            <a:off x="340388" y="4822705"/>
            <a:ext cx="97536" cy="137160"/>
          </a:xfrm>
          <a:prstGeom prst="rect">
            <a:avLst/>
          </a:prstGeom>
          <a:solidFill>
            <a:schemeClr val="tx2">
              <a:lumMod val="7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Retângulo 66">
            <a:extLst>
              <a:ext uri="{FF2B5EF4-FFF2-40B4-BE49-F238E27FC236}">
                <a16:creationId xmlns:a16="http://schemas.microsoft.com/office/drawing/2014/main" id="{2441C892-1019-CBBC-CB74-D521865543A8}"/>
              </a:ext>
            </a:extLst>
          </p:cNvPr>
          <p:cNvSpPr/>
          <p:nvPr userDrawn="1"/>
        </p:nvSpPr>
        <p:spPr>
          <a:xfrm>
            <a:off x="340388" y="4727579"/>
            <a:ext cx="97536" cy="73152"/>
          </a:xfrm>
          <a:prstGeom prst="rect">
            <a:avLst/>
          </a:prstGeom>
          <a:solidFill>
            <a:schemeClr val="tx2">
              <a:lumMod val="9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423D4301-D4F2-6A58-B0A4-53317D9A173A}"/>
              </a:ext>
            </a:extLst>
          </p:cNvPr>
          <p:cNvSpPr txBox="1"/>
          <p:nvPr userDrawn="1"/>
        </p:nvSpPr>
        <p:spPr>
          <a:xfrm rot="16200000">
            <a:off x="-557284" y="5824299"/>
            <a:ext cx="1497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Judson</a:t>
            </a:r>
            <a:r>
              <a:rPr lang="pt-BR" sz="1400" b="1" baseline="0" dirty="0">
                <a:solidFill>
                  <a:schemeClr val="bg1">
                    <a:lumMod val="85000"/>
                    <a:lumOff val="15000"/>
                  </a:schemeClr>
                </a:solidFill>
              </a:rPr>
              <a:t> Santiago</a:t>
            </a:r>
            <a:endParaRPr lang="pt-BR" sz="1400" b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vre 13"/>
          <p:cNvSpPr>
            <a:spLocks/>
          </p:cNvSpPr>
          <p:nvPr/>
        </p:nvSpPr>
        <p:spPr bwMode="auto">
          <a:xfrm>
            <a:off x="6438603" y="1073888"/>
            <a:ext cx="5762848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5" name="Forma livre 14"/>
          <p:cNvSpPr>
            <a:spLocks/>
          </p:cNvSpPr>
          <p:nvPr/>
        </p:nvSpPr>
        <p:spPr bwMode="auto">
          <a:xfrm>
            <a:off x="498621" y="0"/>
            <a:ext cx="7352715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3" name="Forma livre 12"/>
          <p:cNvSpPr>
            <a:spLocks/>
          </p:cNvSpPr>
          <p:nvPr/>
        </p:nvSpPr>
        <p:spPr bwMode="auto">
          <a:xfrm rot="5236414">
            <a:off x="6635304" y="1285480"/>
            <a:ext cx="4114800" cy="158496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6" name="Forma livre 15"/>
          <p:cNvSpPr>
            <a:spLocks/>
          </p:cNvSpPr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7" name="Forma livre 16"/>
          <p:cNvSpPr>
            <a:spLocks/>
          </p:cNvSpPr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8" name="Forma livre 17"/>
          <p:cNvSpPr>
            <a:spLocks/>
          </p:cNvSpPr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9" name="Forma livre 18"/>
          <p:cNvSpPr>
            <a:spLocks/>
          </p:cNvSpPr>
          <p:nvPr/>
        </p:nvSpPr>
        <p:spPr bwMode="auto">
          <a:xfrm>
            <a:off x="7931152" y="4246564"/>
            <a:ext cx="2787649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0" name="Forma livre 19"/>
          <p:cNvSpPr>
            <a:spLocks/>
          </p:cNvSpPr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1" name="Forma livre 20"/>
          <p:cNvSpPr>
            <a:spLocks/>
          </p:cNvSpPr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2" name="Forma livre 21"/>
          <p:cNvSpPr>
            <a:spLocks/>
          </p:cNvSpPr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3" name="Forma livre 22"/>
          <p:cNvSpPr>
            <a:spLocks/>
          </p:cNvSpPr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4" name="Forma livre 23"/>
          <p:cNvSpPr>
            <a:spLocks/>
          </p:cNvSpPr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5" name="Forma livre 24"/>
          <p:cNvSpPr>
            <a:spLocks/>
          </p:cNvSpPr>
          <p:nvPr/>
        </p:nvSpPr>
        <p:spPr bwMode="auto">
          <a:xfrm>
            <a:off x="489099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6" name="Forma livre 25"/>
          <p:cNvSpPr>
            <a:spLocks/>
          </p:cNvSpPr>
          <p:nvPr/>
        </p:nvSpPr>
        <p:spPr bwMode="auto">
          <a:xfrm>
            <a:off x="489099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7" name="Forma livre 26"/>
          <p:cNvSpPr>
            <a:spLocks/>
          </p:cNvSpPr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9" name="Retângulo 8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tângulo 9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tângulo 10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2" name="Retângulo 11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6" name="Retângulo 15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7" name="Retângulo 16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8" name="Retângulo 17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tângulo 18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0" name="Retângulo 19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1" name="Retângulo 20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Retângulo 21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tângulo 28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tângulo 29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9" name="Conector reto 8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upo 9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5" name="Conector reto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grpSp>
        <p:nvGrpSpPr>
          <p:cNvPr id="14" name="Grupo 13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1" name="Conector reto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o 17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9" name="Conector reto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bg1">
                <a:shade val="90000"/>
                <a:satMod val="375000"/>
              </a:schemeClr>
            </a:gs>
            <a:gs pos="100000">
              <a:srgbClr val="28415E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D7C55EEC-0318-498A-BF02-D605D7177864}" type="datetimeFigureOut">
              <a:rPr lang="pt-BR" smtClean="0"/>
              <a:pPr/>
              <a:t>09/10/2025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79465DD-3D42-44F5-BF1D-BF3D0E4B7AEE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8C2F155-31DC-D754-AC44-4E879E7BAD3F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gradFill flip="none" rotWithShape="1">
            <a:gsLst>
              <a:gs pos="0">
                <a:srgbClr val="FFFFFF">
                  <a:shade val="30000"/>
                  <a:satMod val="115000"/>
                </a:srgbClr>
              </a:gs>
              <a:gs pos="50000">
                <a:srgbClr val="FFFFFF">
                  <a:shade val="675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0" scaled="1"/>
            <a:tileRect/>
          </a:gra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" name="Retângulo 55">
            <a:extLst>
              <a:ext uri="{FF2B5EF4-FFF2-40B4-BE49-F238E27FC236}">
                <a16:creationId xmlns:a16="http://schemas.microsoft.com/office/drawing/2014/main" id="{7EF73CB4-BB67-B3FA-EEAF-ED3EAF432D2A}"/>
              </a:ext>
            </a:extLst>
          </p:cNvPr>
          <p:cNvSpPr/>
          <p:nvPr userDrawn="1"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tx2">
              <a:lumMod val="2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5" name="Retângulo 64">
            <a:extLst>
              <a:ext uri="{FF2B5EF4-FFF2-40B4-BE49-F238E27FC236}">
                <a16:creationId xmlns:a16="http://schemas.microsoft.com/office/drawing/2014/main" id="{409010A3-52EF-E92C-807C-E2BFA9D1582C}"/>
              </a:ext>
            </a:extLst>
          </p:cNvPr>
          <p:cNvSpPr/>
          <p:nvPr userDrawn="1"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tx2">
              <a:lumMod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Retângulo 65">
            <a:extLst>
              <a:ext uri="{FF2B5EF4-FFF2-40B4-BE49-F238E27FC236}">
                <a16:creationId xmlns:a16="http://schemas.microsoft.com/office/drawing/2014/main" id="{6BF40677-5BA3-88BA-42D2-262A86ED121B}"/>
              </a:ext>
            </a:extLst>
          </p:cNvPr>
          <p:cNvSpPr/>
          <p:nvPr userDrawn="1"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tx2">
              <a:lumMod val="7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tângulo 66">
            <a:extLst>
              <a:ext uri="{FF2B5EF4-FFF2-40B4-BE49-F238E27FC236}">
                <a16:creationId xmlns:a16="http://schemas.microsoft.com/office/drawing/2014/main" id="{6D2318EB-E717-77C3-5BBB-C9DB378AE5FF}"/>
              </a:ext>
            </a:extLst>
          </p:cNvPr>
          <p:cNvSpPr/>
          <p:nvPr userDrawn="1"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tx2">
              <a:lumMod val="9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Especialização de Templates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Programação de Computadores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</a:t>
            </a:r>
            <a:r>
              <a:rPr lang="pt-BR" dirty="0">
                <a:solidFill>
                  <a:schemeClr val="accent3"/>
                </a:solidFill>
              </a:rPr>
              <a:t>template</a:t>
            </a:r>
            <a:r>
              <a:rPr lang="pt-BR" dirty="0"/>
              <a:t> é uma </a:t>
            </a:r>
            <a:r>
              <a:rPr lang="pt-BR" dirty="0">
                <a:solidFill>
                  <a:schemeClr val="accent3"/>
                </a:solidFill>
              </a:rPr>
              <a:t>descrição genérica </a:t>
            </a:r>
            <a:r>
              <a:rPr lang="pt-BR" dirty="0"/>
              <a:t>de uma função</a:t>
            </a:r>
          </a:p>
          <a:p>
            <a:pPr lvl="1"/>
            <a:r>
              <a:rPr lang="pt-BR" dirty="0"/>
              <a:t>Definido em termos de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tipos genéricos</a:t>
            </a:r>
          </a:p>
          <a:p>
            <a:pPr lvl="1"/>
            <a:r>
              <a:rPr lang="pt-BR" dirty="0"/>
              <a:t>É a base para a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programação genérica 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1BCD107C-EC1F-41A0-B53B-D2A1F8EE05A6}"/>
              </a:ext>
            </a:extLst>
          </p:cNvPr>
          <p:cNvGrpSpPr/>
          <p:nvPr/>
        </p:nvGrpSpPr>
        <p:grpSpPr>
          <a:xfrm>
            <a:off x="2926580" y="4221088"/>
            <a:ext cx="6338841" cy="2148485"/>
            <a:chOff x="2247011" y="4221088"/>
            <a:chExt cx="6338841" cy="2148485"/>
          </a:xfrm>
        </p:grpSpPr>
        <p:sp>
          <p:nvSpPr>
            <p:cNvPr id="6" name="CaixaDeTexto 5"/>
            <p:cNvSpPr txBox="1"/>
            <p:nvPr/>
          </p:nvSpPr>
          <p:spPr>
            <a:xfrm>
              <a:off x="2247011" y="5056961"/>
              <a:ext cx="136127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dirty="0"/>
                <a:t>Modelo de </a:t>
              </a:r>
            </a:p>
            <a:p>
              <a:pPr algn="ctr"/>
              <a:r>
                <a:rPr lang="pt-BR" sz="2000" dirty="0"/>
                <a:t>função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7479459" y="5056961"/>
              <a:ext cx="110639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dirty="0"/>
                <a:t>Tipo </a:t>
              </a:r>
            </a:p>
            <a:p>
              <a:pPr algn="ctr"/>
              <a:r>
                <a:rPr lang="pt-BR" sz="2000" dirty="0"/>
                <a:t>genérico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EE9B9966-7597-433C-8517-B2816294847E}"/>
                </a:ext>
              </a:extLst>
            </p:cNvPr>
            <p:cNvSpPr/>
            <p:nvPr/>
          </p:nvSpPr>
          <p:spPr>
            <a:xfrm>
              <a:off x="4101627" y="4307470"/>
              <a:ext cx="3481354" cy="20621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itchFamily="49" charset="0"/>
                  <a:cs typeface="Consolas" pitchFamily="49" charset="0"/>
                </a:rPr>
                <a:t>template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itchFamily="49" charset="0"/>
                  <a:cs typeface="Consolas" pitchFamily="49" charset="0"/>
                </a:rPr>
                <a:t> 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&lt;</a:t>
              </a:r>
              <a:r>
                <a:rPr lang="pt-BR" sz="1600" dirty="0" err="1">
                  <a:solidFill>
                    <a:schemeClr val="accent3"/>
                  </a:solidFill>
                  <a:latin typeface="Consolas" pitchFamily="49" charset="0"/>
                  <a:cs typeface="Consolas" pitchFamily="49" charset="0"/>
                </a:rPr>
                <a:t>typename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pt-BR" sz="16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Consolas" pitchFamily="49" charset="0"/>
                  <a:cs typeface="Consolas" pitchFamily="49" charset="0"/>
                </a:rPr>
                <a:t>T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&gt;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itchFamily="49" charset="0"/>
                  <a:cs typeface="Consolas" pitchFamily="49" charset="0"/>
                </a:rPr>
                <a:t>void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itchFamily="49" charset="0"/>
                  <a:cs typeface="Consolas" pitchFamily="49" charset="0"/>
                </a:rPr>
                <a:t>Trocar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Consolas" pitchFamily="49" charset="0"/>
                  <a:cs typeface="Consolas" pitchFamily="49" charset="0"/>
                </a:rPr>
                <a:t>T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 &amp; </a:t>
              </a:r>
              <a:r>
                <a:rPr lang="pt-BR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Consolas" pitchFamily="49" charset="0"/>
                  <a:cs typeface="Consolas" pitchFamily="49" charset="0"/>
                </a:rPr>
                <a:t>T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 &amp; </a:t>
              </a:r>
              <a:r>
                <a:rPr lang="pt-BR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Consolas" pitchFamily="49" charset="0"/>
                  <a:cs typeface="Consolas" pitchFamily="49" charset="0"/>
                </a:rPr>
                <a:t>b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) </a:t>
              </a:r>
            </a:p>
            <a:p>
              <a:r>
                <a:rPr lang="pt-BR" sz="1600" dirty="0">
                  <a:latin typeface="Consolas" pitchFamily="49" charset="0"/>
                  <a:cs typeface="Consolas" pitchFamily="49" charset="0"/>
                </a:rPr>
                <a:t>{</a:t>
              </a:r>
            </a:p>
            <a:p>
              <a:r>
                <a:rPr lang="pt-BR" sz="1600" dirty="0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pt-BR" sz="1600" dirty="0">
                  <a:solidFill>
                    <a:schemeClr val="accent3">
                      <a:lumMod val="40000"/>
                      <a:lumOff val="60000"/>
                    </a:schemeClr>
                  </a:solidFill>
                  <a:latin typeface="Consolas" pitchFamily="49" charset="0"/>
                  <a:cs typeface="Consolas" pitchFamily="49" charset="0"/>
                </a:rPr>
                <a:t>T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pt-BR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Consolas" pitchFamily="49" charset="0"/>
                  <a:cs typeface="Consolas" pitchFamily="49" charset="0"/>
                </a:rPr>
                <a:t>temp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;</a:t>
              </a:r>
            </a:p>
            <a:p>
              <a:r>
                <a:rPr lang="pt-BR" sz="1600" dirty="0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pt-BR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Consolas" pitchFamily="49" charset="0"/>
                  <a:cs typeface="Consolas" pitchFamily="49" charset="0"/>
                </a:rPr>
                <a:t>temp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 = </a:t>
              </a:r>
              <a:r>
                <a:rPr lang="pt-BR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;</a:t>
              </a:r>
              <a:br>
                <a:rPr lang="pt-BR" sz="1600" dirty="0">
                  <a:latin typeface="Consolas" pitchFamily="49" charset="0"/>
                  <a:cs typeface="Consolas" pitchFamily="49" charset="0"/>
                </a:rPr>
              </a:br>
              <a:r>
                <a:rPr lang="pt-BR" sz="1600" dirty="0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pt-BR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Consolas" pitchFamily="49" charset="0"/>
                  <a:cs typeface="Consolas" pitchFamily="49" charset="0"/>
                </a:rPr>
                <a:t>a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 = </a:t>
              </a:r>
              <a:r>
                <a:rPr lang="pt-BR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Consolas" pitchFamily="49" charset="0"/>
                  <a:cs typeface="Consolas" pitchFamily="49" charset="0"/>
                </a:rPr>
                <a:t>b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;</a:t>
              </a:r>
            </a:p>
            <a:p>
              <a:r>
                <a:rPr lang="pt-BR" sz="1600" dirty="0">
                  <a:latin typeface="Consolas" pitchFamily="49" charset="0"/>
                  <a:cs typeface="Consolas" pitchFamily="49" charset="0"/>
                </a:rPr>
                <a:t>    </a:t>
              </a:r>
              <a:r>
                <a:rPr lang="pt-BR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Consolas" pitchFamily="49" charset="0"/>
                  <a:cs typeface="Consolas" pitchFamily="49" charset="0"/>
                </a:rPr>
                <a:t>b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 = </a:t>
              </a:r>
              <a:r>
                <a:rPr lang="pt-BR" sz="1600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Consolas" pitchFamily="49" charset="0"/>
                  <a:cs typeface="Consolas" pitchFamily="49" charset="0"/>
                </a:rPr>
                <a:t>temp</a:t>
              </a:r>
              <a:r>
                <a:rPr lang="pt-BR" sz="1600" dirty="0">
                  <a:latin typeface="Consolas" pitchFamily="49" charset="0"/>
                  <a:cs typeface="Consolas" pitchFamily="49" charset="0"/>
                </a:rPr>
                <a:t>;</a:t>
              </a:r>
            </a:p>
            <a:p>
              <a:r>
                <a:rPr lang="pt-BR" sz="1600" dirty="0">
                  <a:latin typeface="Consolas" pitchFamily="49" charset="0"/>
                  <a:cs typeface="Consolas" pitchFamily="49" charset="0"/>
                </a:rPr>
                <a:t>}</a:t>
              </a:r>
            </a:p>
          </p:txBody>
        </p:sp>
        <p:cxnSp>
          <p:nvCxnSpPr>
            <p:cNvPr id="13" name="Conector angulado 7">
              <a:extLst>
                <a:ext uri="{FF2B5EF4-FFF2-40B4-BE49-F238E27FC236}">
                  <a16:creationId xmlns:a16="http://schemas.microsoft.com/office/drawing/2014/main" id="{E0758948-841C-4A26-8D57-9BA3FF4B5EE9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3388512" y="3817858"/>
              <a:ext cx="788749" cy="1710477"/>
            </a:xfrm>
            <a:prstGeom prst="bentConnector3">
              <a:avLst>
                <a:gd name="adj1" fmla="val -28983"/>
              </a:avLst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angulado 10">
              <a:extLst>
                <a:ext uri="{FF2B5EF4-FFF2-40B4-BE49-F238E27FC236}">
                  <a16:creationId xmlns:a16="http://schemas.microsoft.com/office/drawing/2014/main" id="{C142A8AB-5188-42A8-A9AF-58DE7EA86B07}"/>
                </a:ext>
              </a:extLst>
            </p:cNvPr>
            <p:cNvCxnSpPr/>
            <p:nvPr/>
          </p:nvCxnSpPr>
          <p:spPr>
            <a:xfrm rot="16200000" flipH="1">
              <a:off x="6767936" y="3820378"/>
              <a:ext cx="846383" cy="1647804"/>
            </a:xfrm>
            <a:prstGeom prst="bentConnector3">
              <a:avLst>
                <a:gd name="adj1" fmla="val -27009"/>
              </a:avLst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0122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compilador cria funções com </a:t>
            </a:r>
            <a:r>
              <a:rPr lang="pt-BR" dirty="0">
                <a:solidFill>
                  <a:schemeClr val="accent3"/>
                </a:solidFill>
              </a:rPr>
              <a:t>tipos reais </a:t>
            </a:r>
          </a:p>
          <a:p>
            <a:pPr lvl="1"/>
            <a:r>
              <a:rPr lang="pt-BR" dirty="0"/>
              <a:t>A partir das chamadas </a:t>
            </a:r>
            <a:br>
              <a:rPr lang="pt-BR" dirty="0"/>
            </a:br>
            <a:r>
              <a:rPr lang="pt-BR" dirty="0"/>
              <a:t>de funções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599628" y="4568133"/>
            <a:ext cx="2092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Trocar</a:t>
            </a:r>
            <a:r>
              <a:rPr lang="pt-BR" sz="1600" dirty="0">
                <a:latin typeface="+mj-lt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num</a:t>
            </a:r>
            <a:r>
              <a:rPr lang="pt-BR" sz="1600" dirty="0">
                <a:latin typeface="+mj-lt"/>
              </a:rPr>
              <a:t>,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val</a:t>
            </a:r>
            <a:r>
              <a:rPr lang="pt-BR" sz="1600" dirty="0">
                <a:latin typeface="+mj-lt"/>
              </a:rPr>
              <a:t>);</a:t>
            </a:r>
          </a:p>
        </p:txBody>
      </p: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54AD656F-2626-E2C8-61F2-FAFD8932EA0A}"/>
              </a:ext>
            </a:extLst>
          </p:cNvPr>
          <p:cNvSpPr/>
          <p:nvPr/>
        </p:nvSpPr>
        <p:spPr>
          <a:xfrm>
            <a:off x="8112224" y="2881428"/>
            <a:ext cx="3286115" cy="2376264"/>
          </a:xfrm>
          <a:prstGeom prst="roundRect">
            <a:avLst>
              <a:gd name="adj" fmla="val 9438"/>
            </a:avLst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}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A0411BC2-BDFB-4789-2C1D-8E3C7B333E66}"/>
              </a:ext>
            </a:extLst>
          </p:cNvPr>
          <p:cNvGrpSpPr/>
          <p:nvPr/>
        </p:nvGrpSpPr>
        <p:grpSpPr>
          <a:xfrm>
            <a:off x="1735428" y="4329823"/>
            <a:ext cx="3443845" cy="1763473"/>
            <a:chOff x="1735428" y="4329823"/>
            <a:chExt cx="3443845" cy="1763473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D5BD44A7-5A12-F363-665E-515EA08EE029}"/>
                </a:ext>
              </a:extLst>
            </p:cNvPr>
            <p:cNvGrpSpPr/>
            <p:nvPr/>
          </p:nvGrpSpPr>
          <p:grpSpPr>
            <a:xfrm>
              <a:off x="1735428" y="4411340"/>
              <a:ext cx="3443845" cy="1600438"/>
              <a:chOff x="-3668080" y="5015408"/>
              <a:chExt cx="3443845" cy="1600438"/>
            </a:xfrm>
          </p:grpSpPr>
          <p:sp>
            <p:nvSpPr>
              <p:cNvPr id="9" name="Retângulo 8"/>
              <p:cNvSpPr/>
              <p:nvPr/>
            </p:nvSpPr>
            <p:spPr>
              <a:xfrm>
                <a:off x="-3411964" y="5015408"/>
                <a:ext cx="3187729" cy="16004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1400" dirty="0">
                    <a:solidFill>
                      <a:schemeClr val="accent3"/>
                    </a:solidFill>
                    <a:latin typeface="Consolas" pitchFamily="49" charset="0"/>
                    <a:cs typeface="Consolas" pitchFamily="49" charset="0"/>
                  </a:rPr>
                  <a:t>void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 </a:t>
                </a:r>
                <a:r>
                  <a:rPr lang="pt-BR" sz="14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Trocar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(</a:t>
                </a:r>
                <a:r>
                  <a:rPr lang="pt-BR" sz="1400" dirty="0">
                    <a:solidFill>
                      <a:schemeClr val="accent3"/>
                    </a:solidFill>
                    <a:latin typeface="Consolas" pitchFamily="49" charset="0"/>
                    <a:cs typeface="Consolas" pitchFamily="49" charset="0"/>
                  </a:rPr>
                  <a:t>int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 &amp; </a:t>
                </a:r>
                <a:r>
                  <a:rPr lang="pt-BR" sz="1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a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, </a:t>
                </a:r>
                <a:r>
                  <a:rPr lang="pt-BR" sz="1400" dirty="0">
                    <a:solidFill>
                      <a:schemeClr val="accent3"/>
                    </a:solidFill>
                    <a:latin typeface="Consolas" pitchFamily="49" charset="0"/>
                    <a:cs typeface="Consolas" pitchFamily="49" charset="0"/>
                  </a:rPr>
                  <a:t>int</a:t>
                </a:r>
                <a:r>
                  <a:rPr lang="pt-BR" sz="1400" dirty="0">
                    <a:solidFill>
                      <a:schemeClr val="accent3">
                        <a:lumMod val="75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 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&amp; </a:t>
                </a:r>
                <a:r>
                  <a:rPr lang="pt-BR" sz="1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b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) </a:t>
                </a:r>
                <a:br>
                  <a:rPr lang="pt-BR" sz="1400" dirty="0">
                    <a:latin typeface="Consolas" pitchFamily="49" charset="0"/>
                    <a:cs typeface="Consolas" pitchFamily="49" charset="0"/>
                  </a:rPr>
                </a:b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{</a:t>
                </a:r>
              </a:p>
              <a:p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    </a:t>
                </a:r>
                <a:r>
                  <a:rPr lang="pt-BR" sz="1400" dirty="0">
                    <a:solidFill>
                      <a:schemeClr val="accent3"/>
                    </a:solidFill>
                    <a:latin typeface="Consolas" pitchFamily="49" charset="0"/>
                    <a:cs typeface="Consolas" pitchFamily="49" charset="0"/>
                  </a:rPr>
                  <a:t>int</a:t>
                </a:r>
                <a:r>
                  <a:rPr lang="pt-BR" sz="1400" dirty="0">
                    <a:solidFill>
                      <a:schemeClr val="accent3">
                        <a:lumMod val="75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 </a:t>
                </a:r>
                <a:r>
                  <a:rPr lang="pt-BR" sz="1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temp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;</a:t>
                </a:r>
              </a:p>
              <a:p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    </a:t>
                </a:r>
                <a:r>
                  <a:rPr lang="pt-BR" sz="1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temp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 = </a:t>
                </a:r>
                <a:r>
                  <a:rPr lang="pt-BR" sz="1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a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;</a:t>
                </a:r>
                <a:br>
                  <a:rPr lang="pt-BR" sz="1400" dirty="0">
                    <a:latin typeface="Consolas" pitchFamily="49" charset="0"/>
                    <a:cs typeface="Consolas" pitchFamily="49" charset="0"/>
                  </a:rPr>
                </a:b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    </a:t>
                </a:r>
                <a:r>
                  <a:rPr lang="pt-BR" sz="1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a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 = </a:t>
                </a:r>
                <a:r>
                  <a:rPr lang="pt-BR" sz="1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b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;</a:t>
                </a:r>
              </a:p>
              <a:p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    </a:t>
                </a:r>
                <a:r>
                  <a:rPr lang="pt-BR" sz="1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b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 = </a:t>
                </a:r>
                <a:r>
                  <a:rPr lang="pt-BR" sz="1400" dirty="0">
                    <a:solidFill>
                      <a:schemeClr val="accent3">
                        <a:lumMod val="20000"/>
                        <a:lumOff val="80000"/>
                      </a:schemeClr>
                    </a:solidFill>
                    <a:latin typeface="Consolas" pitchFamily="49" charset="0"/>
                    <a:cs typeface="Consolas" pitchFamily="49" charset="0"/>
                  </a:rPr>
                  <a:t>temp</a:t>
                </a:r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;</a:t>
                </a:r>
              </a:p>
              <a:p>
                <a:r>
                  <a:rPr lang="pt-BR" sz="1400" dirty="0">
                    <a:latin typeface="Consolas" pitchFamily="49" charset="0"/>
                    <a:cs typeface="Consolas" pitchFamily="49" charset="0"/>
                  </a:rPr>
                  <a:t>}</a:t>
                </a:r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5B1E2C52-9125-8834-0487-006C867E7C09}"/>
                  </a:ext>
                </a:extLst>
              </p:cNvPr>
              <p:cNvSpPr/>
              <p:nvPr/>
            </p:nvSpPr>
            <p:spPr>
              <a:xfrm>
                <a:off x="-3668080" y="5126742"/>
                <a:ext cx="147269" cy="1368151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32" name="Retângulo Arredondado 31">
              <a:extLst>
                <a:ext uri="{FF2B5EF4-FFF2-40B4-BE49-F238E27FC236}">
                  <a16:creationId xmlns:a16="http://schemas.microsoft.com/office/drawing/2014/main" id="{8ED99B5B-3BA4-B4FD-4B3B-DBCE9AA1A762}"/>
                </a:ext>
              </a:extLst>
            </p:cNvPr>
            <p:cNvSpPr/>
            <p:nvPr/>
          </p:nvSpPr>
          <p:spPr>
            <a:xfrm>
              <a:off x="1893157" y="4329823"/>
              <a:ext cx="3286116" cy="1763473"/>
            </a:xfrm>
            <a:prstGeom prst="roundRect">
              <a:avLst>
                <a:gd name="adj" fmla="val 10951"/>
              </a:avLst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67598D58-F627-5E22-FFCF-58B307DD665A}"/>
              </a:ext>
            </a:extLst>
          </p:cNvPr>
          <p:cNvSpPr/>
          <p:nvPr/>
        </p:nvSpPr>
        <p:spPr>
          <a:xfrm>
            <a:off x="5599628" y="3573016"/>
            <a:ext cx="20922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num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   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algn="ctr"/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val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25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  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6EAD46D-D913-1A9F-159D-470633EE6CC9}"/>
              </a:ext>
            </a:extLst>
          </p:cNvPr>
          <p:cNvCxnSpPr>
            <a:cxnSpLocks/>
          </p:cNvCxnSpPr>
          <p:nvPr/>
        </p:nvCxnSpPr>
        <p:spPr>
          <a:xfrm flipH="1">
            <a:off x="5179272" y="5063480"/>
            <a:ext cx="2932952" cy="0"/>
          </a:xfrm>
          <a:prstGeom prst="straightConnector1">
            <a:avLst/>
          </a:prstGeom>
          <a:ln w="28575">
            <a:solidFill>
              <a:schemeClr val="accent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984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08ABA-2751-CD30-1F4F-C69E51C33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66F511-04C5-641C-FDA8-5F6D5B0D2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se eu quiser </a:t>
            </a:r>
            <a:r>
              <a:rPr lang="pt-BR" dirty="0">
                <a:solidFill>
                  <a:schemeClr val="accent3"/>
                </a:solidFill>
              </a:rPr>
              <a:t>criar uma biblioteca</a:t>
            </a:r>
            <a:r>
              <a:rPr lang="pt-BR" dirty="0"/>
              <a:t>?</a:t>
            </a:r>
          </a:p>
          <a:p>
            <a:pPr lvl="2"/>
            <a:endParaRPr lang="pt-BR" dirty="0"/>
          </a:p>
          <a:p>
            <a:pPr marL="454914" lvl="1" indent="0">
              <a:buNone/>
            </a:pP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16F03E-CF47-84AB-4EDF-C671E9C1F5F6}"/>
              </a:ext>
            </a:extLst>
          </p:cNvPr>
          <p:cNvSpPr txBox="1"/>
          <p:nvPr/>
        </p:nvSpPr>
        <p:spPr>
          <a:xfrm>
            <a:off x="2207568" y="2621501"/>
            <a:ext cx="67687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Protótipo</a:t>
            </a:r>
            <a:r>
              <a:rPr lang="pt-BR" sz="1600" dirty="0"/>
              <a:t>: arquivo de inclusão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lib.h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)</a:t>
            </a:r>
            <a:r>
              <a:rPr lang="pt-BR" sz="1600" dirty="0"/>
              <a:t> </a:t>
            </a:r>
            <a:br>
              <a:rPr lang="pt-BR" sz="1600" dirty="0"/>
            </a:br>
            <a:b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   template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97C7C01-C9A4-1B06-A1EF-2FA91BD93556}"/>
              </a:ext>
            </a:extLst>
          </p:cNvPr>
          <p:cNvSpPr txBox="1"/>
          <p:nvPr/>
        </p:nvSpPr>
        <p:spPr>
          <a:xfrm>
            <a:off x="2209926" y="3940021"/>
            <a:ext cx="7560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Definição da função</a:t>
            </a:r>
            <a:r>
              <a:rPr lang="pt-BR" sz="1600" dirty="0"/>
              <a:t>: arquivo de código fonte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(lib.cpp)</a:t>
            </a:r>
            <a:b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</a:br>
            <a:b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   template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{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   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   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}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513A8A1-ACD1-0A43-5B05-1AE63EF97849}"/>
              </a:ext>
            </a:extLst>
          </p:cNvPr>
          <p:cNvSpPr/>
          <p:nvPr/>
        </p:nvSpPr>
        <p:spPr>
          <a:xfrm>
            <a:off x="2063552" y="2492896"/>
            <a:ext cx="3672408" cy="576064"/>
          </a:xfrm>
          <a:prstGeom prst="roundRect">
            <a:avLst/>
          </a:prstGeom>
          <a:solidFill>
            <a:schemeClr val="tx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811EB9B-FA2C-AAF9-22CD-299837706592}"/>
              </a:ext>
            </a:extLst>
          </p:cNvPr>
          <p:cNvSpPr/>
          <p:nvPr/>
        </p:nvSpPr>
        <p:spPr>
          <a:xfrm>
            <a:off x="2060773" y="3827028"/>
            <a:ext cx="5403380" cy="576064"/>
          </a:xfrm>
          <a:prstGeom prst="roundRect">
            <a:avLst/>
          </a:prstGeom>
          <a:solidFill>
            <a:schemeClr val="tx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6994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4CA93-589D-E302-6DFD-C1E7362C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7068F85-F0C3-514C-48EA-311CE09B393D}"/>
              </a:ext>
            </a:extLst>
          </p:cNvPr>
          <p:cNvSpPr/>
          <p:nvPr/>
        </p:nvSpPr>
        <p:spPr>
          <a:xfrm>
            <a:off x="6701485" y="3832576"/>
            <a:ext cx="4147044" cy="635661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213CDE-AC46-FCF2-CD34-755EFA087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/>
                </a:solidFill>
              </a:rPr>
              <a:t>separação</a:t>
            </a:r>
            <a:r>
              <a:rPr lang="pt-BR" dirty="0"/>
              <a:t> do protótipo e definição </a:t>
            </a:r>
            <a:r>
              <a:rPr lang="pt-BR" dirty="0">
                <a:solidFill>
                  <a:schemeClr val="accent3"/>
                </a:solidFill>
              </a:rPr>
              <a:t>gera erro</a:t>
            </a:r>
            <a:r>
              <a:rPr lang="pt-BR" dirty="0"/>
              <a:t>: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B46137-6088-9A89-2922-1DDE4B4CA4E6}"/>
              </a:ext>
            </a:extLst>
          </p:cNvPr>
          <p:cNvSpPr txBox="1"/>
          <p:nvPr/>
        </p:nvSpPr>
        <p:spPr>
          <a:xfrm>
            <a:off x="1883532" y="2492896"/>
            <a:ext cx="85329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latin typeface="+mj-lt"/>
              </a:rPr>
              <a:t>&gt;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error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LNK2019</a:t>
            </a:r>
            <a:r>
              <a:rPr lang="pt-BR" sz="1600" dirty="0">
                <a:latin typeface="+mj-lt"/>
              </a:rPr>
              <a:t>: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unresolved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external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symbol</a:t>
            </a:r>
            <a:r>
              <a:rPr lang="pt-BR" sz="1600" dirty="0">
                <a:latin typeface="+mj-lt"/>
              </a:rPr>
              <a:t>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"void Trocar&lt;</a:t>
            </a:r>
            <a:r>
              <a:rPr lang="pt-BR" sz="1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int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&gt;(</a:t>
            </a:r>
            <a:r>
              <a:rPr lang="pt-BR" sz="1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int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 &amp;,</a:t>
            </a:r>
            <a:r>
              <a:rPr lang="pt-BR" sz="1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int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 &amp;)"</a:t>
            </a:r>
            <a:r>
              <a:rPr lang="pt-BR" sz="1600" dirty="0">
                <a:latin typeface="+mj-lt"/>
              </a:rPr>
              <a:t>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(??$Trocar@H@@YAXAEAH0@Z)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referenced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in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function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main</a:t>
            </a:r>
            <a:endParaRPr lang="pt-BR" sz="1600" dirty="0">
              <a:solidFill>
                <a:schemeClr val="accent3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16ED2F-0C55-492D-142A-45EAE7129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Limitações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BCB5E3E-EB58-2948-9C29-3C55B9ABBFD2}"/>
              </a:ext>
            </a:extLst>
          </p:cNvPr>
          <p:cNvGrpSpPr/>
          <p:nvPr/>
        </p:nvGrpSpPr>
        <p:grpSpPr>
          <a:xfrm>
            <a:off x="11584750" y="6380748"/>
            <a:ext cx="617266" cy="495111"/>
            <a:chOff x="11582400" y="6381328"/>
            <a:chExt cx="617266" cy="495111"/>
          </a:xfrm>
        </p:grpSpPr>
        <p:sp>
          <p:nvSpPr>
            <p:cNvPr id="9" name="Triângulo isósceles 6">
              <a:extLst>
                <a:ext uri="{FF2B5EF4-FFF2-40B4-BE49-F238E27FC236}">
                  <a16:creationId xmlns:a16="http://schemas.microsoft.com/office/drawing/2014/main" id="{5202B683-B1C9-0B1C-0B8E-41807ED116AE}"/>
                </a:ext>
              </a:extLst>
            </p:cNvPr>
            <p:cNvSpPr/>
            <p:nvPr/>
          </p:nvSpPr>
          <p:spPr>
            <a:xfrm>
              <a:off x="11582400" y="6381328"/>
              <a:ext cx="593516" cy="464210"/>
            </a:xfrm>
            <a:custGeom>
              <a:avLst/>
              <a:gdLst>
                <a:gd name="connsiteX0" fmla="*/ 0 w 864096"/>
                <a:gd name="connsiteY0" fmla="*/ 1512168 h 1512168"/>
                <a:gd name="connsiteX1" fmla="*/ 432048 w 864096"/>
                <a:gd name="connsiteY1" fmla="*/ 0 h 1512168"/>
                <a:gd name="connsiteX2" fmla="*/ 864096 w 864096"/>
                <a:gd name="connsiteY2" fmla="*/ 1512168 h 1512168"/>
                <a:gd name="connsiteX3" fmla="*/ 0 w 864096"/>
                <a:gd name="connsiteY3" fmla="*/ 1512168 h 1512168"/>
                <a:gd name="connsiteX0" fmla="*/ 0 w 864096"/>
                <a:gd name="connsiteY0" fmla="*/ 787773 h 787773"/>
                <a:gd name="connsiteX1" fmla="*/ 847684 w 864096"/>
                <a:gd name="connsiteY1" fmla="*/ 0 h 787773"/>
                <a:gd name="connsiteX2" fmla="*/ 864096 w 864096"/>
                <a:gd name="connsiteY2" fmla="*/ 787773 h 787773"/>
                <a:gd name="connsiteX3" fmla="*/ 0 w 864096"/>
                <a:gd name="connsiteY3" fmla="*/ 787773 h 787773"/>
                <a:gd name="connsiteX0" fmla="*/ 0 w 864096"/>
                <a:gd name="connsiteY0" fmla="*/ 797298 h 797298"/>
                <a:gd name="connsiteX1" fmla="*/ 857209 w 864096"/>
                <a:gd name="connsiteY1" fmla="*/ 0 h 797298"/>
                <a:gd name="connsiteX2" fmla="*/ 864096 w 864096"/>
                <a:gd name="connsiteY2" fmla="*/ 797298 h 797298"/>
                <a:gd name="connsiteX3" fmla="*/ 0 w 864096"/>
                <a:gd name="connsiteY3" fmla="*/ 797298 h 797298"/>
                <a:gd name="connsiteX0" fmla="*/ 0 w 864096"/>
                <a:gd name="connsiteY0" fmla="*/ 799680 h 799680"/>
                <a:gd name="connsiteX1" fmla="*/ 861971 w 864096"/>
                <a:gd name="connsiteY1" fmla="*/ 0 h 799680"/>
                <a:gd name="connsiteX2" fmla="*/ 864096 w 864096"/>
                <a:gd name="connsiteY2" fmla="*/ 799680 h 799680"/>
                <a:gd name="connsiteX3" fmla="*/ 0 w 864096"/>
                <a:gd name="connsiteY3" fmla="*/ 799680 h 7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096" h="799680">
                  <a:moveTo>
                    <a:pt x="0" y="799680"/>
                  </a:moveTo>
                  <a:lnTo>
                    <a:pt x="861971" y="0"/>
                  </a:lnTo>
                  <a:cubicBezTo>
                    <a:pt x="864267" y="265766"/>
                    <a:pt x="861800" y="533914"/>
                    <a:pt x="864096" y="799680"/>
                  </a:cubicBezTo>
                  <a:lnTo>
                    <a:pt x="0" y="79968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37355FC7-9CDB-3A20-D73B-0E709BE1B5A1}"/>
                </a:ext>
              </a:extLst>
            </p:cNvPr>
            <p:cNvSpPr/>
            <p:nvPr/>
          </p:nvSpPr>
          <p:spPr>
            <a:xfrm>
              <a:off x="11808382" y="6476329"/>
              <a:ext cx="3912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8580" indent="0">
                <a:buNone/>
              </a:pPr>
              <a:r>
                <a:rPr lang="pt-BR" sz="2000" dirty="0">
                  <a:solidFill>
                    <a:schemeClr val="bg1"/>
                  </a:solidFill>
                </a:rPr>
                <a:t>»</a:t>
              </a:r>
            </a:p>
          </p:txBody>
        </p:sp>
      </p:grp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D838557-B4CA-632B-23E6-E85338EC6714}"/>
              </a:ext>
            </a:extLst>
          </p:cNvPr>
          <p:cNvSpPr/>
          <p:nvPr/>
        </p:nvSpPr>
        <p:spPr>
          <a:xfrm>
            <a:off x="2351584" y="3573015"/>
            <a:ext cx="1656184" cy="742821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lib.h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ECE4BA3-15CA-52DD-16A3-21B2DC0A4430}"/>
              </a:ext>
            </a:extLst>
          </p:cNvPr>
          <p:cNvSpPr/>
          <p:nvPr/>
        </p:nvSpPr>
        <p:spPr>
          <a:xfrm>
            <a:off x="2351584" y="4442552"/>
            <a:ext cx="1656184" cy="1722752"/>
          </a:xfrm>
          <a:prstGeom prst="roundRect">
            <a:avLst>
              <a:gd name="adj" fmla="val 7671"/>
            </a:avLst>
          </a:prstGeom>
          <a:solidFill>
            <a:schemeClr val="accent3">
              <a:alpha val="50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lib.cpp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ED05CE3-F0BD-42A0-7182-92A0A2BA0A3D}"/>
              </a:ext>
            </a:extLst>
          </p:cNvPr>
          <p:cNvSpPr/>
          <p:nvPr/>
        </p:nvSpPr>
        <p:spPr>
          <a:xfrm>
            <a:off x="4151784" y="3581176"/>
            <a:ext cx="1656184" cy="2584128"/>
          </a:xfrm>
          <a:prstGeom prst="roundRect">
            <a:avLst>
              <a:gd name="adj" fmla="val 8602"/>
            </a:avLst>
          </a:prstGeom>
          <a:solidFill>
            <a:schemeClr val="accent3">
              <a:alpha val="50000"/>
            </a:schemeClr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main.cpp</a:t>
            </a:r>
          </a:p>
        </p:txBody>
      </p:sp>
      <p:pic>
        <p:nvPicPr>
          <p:cNvPr id="14" name="Gráfico 13" descr="Seta: girar para a direita com preenchimento sólido">
            <a:extLst>
              <a:ext uri="{FF2B5EF4-FFF2-40B4-BE49-F238E27FC236}">
                <a16:creationId xmlns:a16="http://schemas.microsoft.com/office/drawing/2014/main" id="{9093B43D-0C84-DF6E-F8A5-5B2BEAAF2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3478" y="3044341"/>
            <a:ext cx="914400" cy="91440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3AA70E28-BEBF-B29B-5AD6-35E2F7026815}"/>
              </a:ext>
            </a:extLst>
          </p:cNvPr>
          <p:cNvSpPr txBox="1"/>
          <p:nvPr/>
        </p:nvSpPr>
        <p:spPr>
          <a:xfrm>
            <a:off x="6642912" y="3898647"/>
            <a:ext cx="42641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protótipo não é suficiente</a:t>
            </a:r>
          </a:p>
          <a:p>
            <a:pPr algn="ctr"/>
            <a:br>
              <a:rPr lang="pt-BR" sz="2400" dirty="0"/>
            </a:br>
            <a:r>
              <a:rPr lang="pt-BR" sz="2400" dirty="0"/>
              <a:t>O compilador cria a função apenas </a:t>
            </a:r>
            <a:r>
              <a:rPr lang="pt-BR" sz="2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 ele conhece a sua definição (corpo).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83102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C71A3-4FFB-210A-F273-37B1DCEF9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181AB1-FF42-DC0F-12F0-7C0DE2BB8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/>
                </a:solidFill>
              </a:rPr>
              <a:t>forma mais simples</a:t>
            </a:r>
            <a:r>
              <a:rPr lang="pt-BR" dirty="0"/>
              <a:t> </a:t>
            </a:r>
            <a:r>
              <a:rPr lang="pt-BR" dirty="0">
                <a:solidFill>
                  <a:schemeClr val="accent3"/>
                </a:solidFill>
              </a:rPr>
              <a:t>de usar templates </a:t>
            </a:r>
            <a:r>
              <a:rPr lang="pt-BR" dirty="0"/>
              <a:t>é colocar </a:t>
            </a:r>
            <a:br>
              <a:rPr lang="pt-BR" dirty="0"/>
            </a:br>
            <a:r>
              <a:rPr lang="pt-BR" dirty="0"/>
              <a:t>sua definição no arquivo de inclusão, mas isso:</a:t>
            </a:r>
          </a:p>
          <a:p>
            <a:pPr lvl="1"/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Expõe a implementação </a:t>
            </a:r>
            <a:r>
              <a:rPr lang="pt-BR" dirty="0"/>
              <a:t>do template</a:t>
            </a:r>
          </a:p>
          <a:p>
            <a:pPr lvl="1"/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Quebra o encapsulamento</a:t>
            </a:r>
            <a:r>
              <a:rPr lang="pt-BR" dirty="0"/>
              <a:t> da biblioteca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BAF5E4-6A82-C772-C386-4982B6DC9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Limitações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21D1EDF-2C2E-E96F-6B18-88E9D2DED63C}"/>
              </a:ext>
            </a:extLst>
          </p:cNvPr>
          <p:cNvSpPr txBox="1"/>
          <p:nvPr/>
        </p:nvSpPr>
        <p:spPr>
          <a:xfrm>
            <a:off x="1991544" y="4069560"/>
            <a:ext cx="75608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8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8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800" dirty="0">
                <a:latin typeface="Consolas" pitchFamily="49" charset="0"/>
                <a:cs typeface="Consolas" pitchFamily="49" charset="0"/>
              </a:rPr>
            </a:br>
            <a:r>
              <a:rPr lang="pt-BR" sz="1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8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09310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E270D-0BE1-FEF2-C5BA-8908404A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D6F26D-E759-4DE6-E066-0E72B0D68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se o tipo for um </a:t>
            </a:r>
            <a:r>
              <a:rPr lang="pt-BR" dirty="0">
                <a:solidFill>
                  <a:schemeClr val="accent3"/>
                </a:solidFill>
              </a:rPr>
              <a:t>registro</a:t>
            </a:r>
            <a:r>
              <a:rPr lang="pt-BR" dirty="0"/>
              <a:t>?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676942-D0FE-3479-1D1F-2C0D9B0A0105}"/>
              </a:ext>
            </a:extLst>
          </p:cNvPr>
          <p:cNvSpPr/>
          <p:nvPr/>
        </p:nvSpPr>
        <p:spPr>
          <a:xfrm>
            <a:off x="1703512" y="2564904"/>
            <a:ext cx="28083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struct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nome[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20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double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aluguel;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piso;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};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7E61B72-B87C-FE3B-FF42-EFDB5EB1C9ED}"/>
              </a:ext>
            </a:extLst>
          </p:cNvPr>
          <p:cNvSpPr/>
          <p:nvPr/>
        </p:nvSpPr>
        <p:spPr>
          <a:xfrm>
            <a:off x="1271464" y="4437112"/>
            <a:ext cx="47525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livros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{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"Livros"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2100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4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};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roupas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{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"Roupas"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1800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};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endParaRPr lang="pt-BR" sz="1600" dirty="0">
              <a:solidFill>
                <a:schemeClr val="bg1">
                  <a:lumMod val="50000"/>
                  <a:lumOff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livros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roupas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EFB264-E37E-1FD4-1B1C-B06E56BF89C4}"/>
              </a:ext>
            </a:extLst>
          </p:cNvPr>
          <p:cNvSpPr txBox="1"/>
          <p:nvPr/>
        </p:nvSpPr>
        <p:spPr>
          <a:xfrm>
            <a:off x="7871636" y="4915908"/>
            <a:ext cx="2664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Nenhum problema, atribuição entre registros realiza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cópia de todos os membros</a:t>
            </a:r>
          </a:p>
        </p:txBody>
      </p:sp>
      <p:sp>
        <p:nvSpPr>
          <p:cNvPr id="7" name="Retângulo Arredondado 30">
            <a:extLst>
              <a:ext uri="{FF2B5EF4-FFF2-40B4-BE49-F238E27FC236}">
                <a16:creationId xmlns:a16="http://schemas.microsoft.com/office/drawing/2014/main" id="{7E905F63-CDEC-1DDB-ADC1-28D4BE26D29E}"/>
              </a:ext>
            </a:extLst>
          </p:cNvPr>
          <p:cNvSpPr/>
          <p:nvPr/>
        </p:nvSpPr>
        <p:spPr>
          <a:xfrm>
            <a:off x="7176121" y="2161602"/>
            <a:ext cx="4055326" cy="2376264"/>
          </a:xfrm>
          <a:prstGeom prst="roundRect">
            <a:avLst>
              <a:gd name="adj" fmla="val 9438"/>
            </a:avLst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ctr"/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2343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D328A-6BF7-E2AF-F238-3F82E74C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638E23C-D959-74ED-4D0E-436B6456B183}"/>
              </a:ext>
            </a:extLst>
          </p:cNvPr>
          <p:cNvSpPr/>
          <p:nvPr/>
        </p:nvSpPr>
        <p:spPr>
          <a:xfrm>
            <a:off x="4855495" y="4050664"/>
            <a:ext cx="970908" cy="648072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916A7F-2F1D-89F8-1F7B-654B2DA57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6D3D2B-8C48-972C-B127-16193C815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pt-BR" dirty="0"/>
              <a:t>E se desejarmos </a:t>
            </a:r>
            <a:r>
              <a:rPr lang="pt-BR" dirty="0">
                <a:solidFill>
                  <a:schemeClr val="accent3"/>
                </a:solidFill>
              </a:rPr>
              <a:t>trocar apenas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Local da loja</a:t>
            </a:r>
          </a:p>
          <a:p>
            <a:pPr lvl="1"/>
            <a:r>
              <a:rPr lang="pt-BR" dirty="0"/>
              <a:t>Valor do aluguel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CA655E-7419-891D-1A8E-9C5D454241C3}"/>
              </a:ext>
            </a:extLst>
          </p:cNvPr>
          <p:cNvSpPr/>
          <p:nvPr/>
        </p:nvSpPr>
        <p:spPr>
          <a:xfrm>
            <a:off x="1991544" y="4077072"/>
            <a:ext cx="429677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livros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{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"Livros"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2100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4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};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roupas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{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"Roupas"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1800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};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b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livros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roupas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21" name="Retângulo Arredondado 30">
            <a:extLst>
              <a:ext uri="{FF2B5EF4-FFF2-40B4-BE49-F238E27FC236}">
                <a16:creationId xmlns:a16="http://schemas.microsoft.com/office/drawing/2014/main" id="{DDBE2DDB-4F3C-D67A-5B96-73052A8149C6}"/>
              </a:ext>
            </a:extLst>
          </p:cNvPr>
          <p:cNvSpPr/>
          <p:nvPr/>
        </p:nvSpPr>
        <p:spPr>
          <a:xfrm>
            <a:off x="7176121" y="2653410"/>
            <a:ext cx="4055326" cy="2376264"/>
          </a:xfrm>
          <a:prstGeom prst="roundRect">
            <a:avLst>
              <a:gd name="adj" fmla="val 9438"/>
            </a:avLst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ctr"/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E33BF76-FC8D-0A0E-4BF1-E7A5899E9438}"/>
              </a:ext>
            </a:extLst>
          </p:cNvPr>
          <p:cNvSpPr txBox="1"/>
          <p:nvPr/>
        </p:nvSpPr>
        <p:spPr>
          <a:xfrm>
            <a:off x="7528261" y="5215195"/>
            <a:ext cx="33510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O template não atende, é preciso criar uma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especialização para o tipo Loja</a:t>
            </a:r>
          </a:p>
        </p:txBody>
      </p:sp>
    </p:spTree>
    <p:extLst>
      <p:ext uri="{BB962C8B-B14F-4D97-AF65-F5344CB8AC3E}">
        <p14:creationId xmlns:p14="http://schemas.microsoft.com/office/powerpoint/2010/main" val="1687214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7FBE5-0B8B-E1DC-528F-90C4946E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0E943A-85DF-5B26-6956-CD6907045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</a:t>
            </a:r>
            <a:r>
              <a:rPr lang="pt-BR" dirty="0">
                <a:solidFill>
                  <a:schemeClr val="accent3"/>
                </a:solidFill>
              </a:rPr>
              <a:t>resolver essas limitações </a:t>
            </a:r>
            <a:r>
              <a:rPr lang="pt-BR" dirty="0"/>
              <a:t>usando:</a:t>
            </a:r>
          </a:p>
          <a:p>
            <a:pPr lvl="1"/>
            <a:r>
              <a:rPr lang="pt-BR" dirty="0"/>
              <a:t>Especialização </a:t>
            </a:r>
          </a:p>
          <a:p>
            <a:pPr lvl="1"/>
            <a:r>
              <a:rPr lang="pt-BR" dirty="0"/>
              <a:t>Instanciação</a:t>
            </a:r>
          </a:p>
          <a:p>
            <a:pPr lvl="1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FCF2F35-3BD0-C719-ABF6-AD8CB7F2A3D3}"/>
              </a:ext>
            </a:extLst>
          </p:cNvPr>
          <p:cNvSpPr txBox="1"/>
          <p:nvPr/>
        </p:nvSpPr>
        <p:spPr>
          <a:xfrm>
            <a:off x="2063552" y="3645024"/>
            <a:ext cx="3600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8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8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800" dirty="0">
                <a:latin typeface="Consolas" pitchFamily="49" charset="0"/>
                <a:cs typeface="Consolas" pitchFamily="49" charset="0"/>
              </a:rPr>
            </a:br>
            <a:r>
              <a:rPr lang="pt-BR" sz="1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8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8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9553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3F9DF-A107-033A-7017-A007560EB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7F8132-5248-97D3-4597-C326698C6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Criando uma </a:t>
            </a:r>
            <a:r>
              <a:rPr lang="pt-BR" dirty="0">
                <a:solidFill>
                  <a:schemeClr val="accent3"/>
                </a:solidFill>
              </a:rPr>
              <a:t>especialização do template</a:t>
            </a:r>
            <a:r>
              <a:rPr lang="pt-BR" dirty="0"/>
              <a:t>: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E2A9FD5-AB93-F63B-AADC-EEE5CDB22807}"/>
              </a:ext>
            </a:extLst>
          </p:cNvPr>
          <p:cNvSpPr/>
          <p:nvPr/>
        </p:nvSpPr>
        <p:spPr>
          <a:xfrm>
            <a:off x="1703512" y="2564904"/>
            <a:ext cx="62646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template original</a:t>
            </a:r>
          </a:p>
          <a:p>
            <a:r>
              <a:rPr lang="fr-F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fr-F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fr-F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fr-F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fr-F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fr-FR" sz="16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fr-F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fr-F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fr-F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fr-F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fr-F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fr-F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fr-F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fr-F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fr-F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fr-F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fr-F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fr-FR" sz="1600" dirty="0">
                <a:latin typeface="Consolas" pitchFamily="49" charset="0"/>
                <a:cs typeface="Consolas" pitchFamily="49" charset="0"/>
              </a:rPr>
              <a:t>);</a:t>
            </a:r>
            <a:endParaRPr lang="pt-BR" sz="1600" dirty="0">
              <a:latin typeface="Consolas" pitchFamily="49" charset="0"/>
              <a:cs typeface="Consolas" pitchFamily="49" charset="0"/>
            </a:endParaRPr>
          </a:p>
          <a:p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especialização para o tipo Loja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endParaRPr lang="pt-BR" sz="1600" dirty="0"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main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...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chama trocar(int&amp;, int&amp;)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num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val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chama trocar(Loja&amp;, Loja&amp;)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livros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roupas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B0E011A-44A6-5C0F-63BD-212DC3FE0BB5}"/>
              </a:ext>
            </a:extLst>
          </p:cNvPr>
          <p:cNvCxnSpPr>
            <a:cxnSpLocks/>
          </p:cNvCxnSpPr>
          <p:nvPr/>
        </p:nvCxnSpPr>
        <p:spPr>
          <a:xfrm>
            <a:off x="7896200" y="4105818"/>
            <a:ext cx="0" cy="194421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0AF1C10-7CB1-CCCE-E309-45D9D5B4FAFA}"/>
              </a:ext>
            </a:extLst>
          </p:cNvPr>
          <p:cNvSpPr txBox="1"/>
          <p:nvPr/>
        </p:nvSpPr>
        <p:spPr>
          <a:xfrm>
            <a:off x="8455496" y="4293096"/>
            <a:ext cx="25202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struct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nome[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20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double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aluguel;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piso;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};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226916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619722" y="1772816"/>
            <a:ext cx="814868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cria uma especialização de um template</a:t>
            </a:r>
            <a:b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#include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iostream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using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namespace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std;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struct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nome[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20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];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double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aluguel;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piso;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};</a:t>
            </a:r>
          </a:p>
          <a:p>
            <a:endParaRPr lang="pt-BR" sz="1600" dirty="0"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template para qualquer tipo T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especialização do template para tipo Loja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3" name="Retângulo com Canto Arredondado do Mesmo Lado 2">
            <a:extLst>
              <a:ext uri="{FF2B5EF4-FFF2-40B4-BE49-F238E27FC236}">
                <a16:creationId xmlns:a16="http://schemas.microsoft.com/office/drawing/2014/main" id="{3542F0E5-23DC-6F50-A5E2-5281851AD4B4}"/>
              </a:ext>
            </a:extLst>
          </p:cNvPr>
          <p:cNvSpPr/>
          <p:nvPr/>
        </p:nvSpPr>
        <p:spPr>
          <a:xfrm>
            <a:off x="4943872" y="6453336"/>
            <a:ext cx="2304256" cy="395936"/>
          </a:xfrm>
          <a:prstGeom prst="round2Same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Lojas.cpp</a:t>
            </a:r>
          </a:p>
        </p:txBody>
      </p:sp>
    </p:spTree>
    <p:extLst>
      <p:ext uri="{BB962C8B-B14F-4D97-AF65-F5344CB8AC3E}">
        <p14:creationId xmlns:p14="http://schemas.microsoft.com/office/powerpoint/2010/main" val="1499938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619722" y="1628801"/>
            <a:ext cx="814868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temp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não modifica o nome da loja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.aluguel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.aluguel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.piso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 =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.piso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.aluguel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.aluguel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.piso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 =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.piso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3" name="Retângulo com Canto Arredondado do Mesmo Lado 2">
            <a:extLst>
              <a:ext uri="{FF2B5EF4-FFF2-40B4-BE49-F238E27FC236}">
                <a16:creationId xmlns:a16="http://schemas.microsoft.com/office/drawing/2014/main" id="{64537F13-300F-CC5A-981D-70A9466B0041}"/>
              </a:ext>
            </a:extLst>
          </p:cNvPr>
          <p:cNvSpPr/>
          <p:nvPr/>
        </p:nvSpPr>
        <p:spPr>
          <a:xfrm>
            <a:off x="4943872" y="6453336"/>
            <a:ext cx="2304256" cy="395936"/>
          </a:xfrm>
          <a:prstGeom prst="round2Same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Lojas.cpp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EA665F3-1EE7-D3AE-22E5-E821E6571F65}"/>
              </a:ext>
            </a:extLst>
          </p:cNvPr>
          <p:cNvSpPr txBox="1"/>
          <p:nvPr/>
        </p:nvSpPr>
        <p:spPr>
          <a:xfrm>
            <a:off x="7757976" y="3933056"/>
            <a:ext cx="4026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+mj-lt"/>
              </a:rPr>
              <a:t>void</a:t>
            </a:r>
            <a:r>
              <a:rPr lang="pt-BR" sz="1600" dirty="0">
                <a:latin typeface="+mj-lt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Exibir</a:t>
            </a:r>
            <a:r>
              <a:rPr lang="pt-BR" sz="1600" dirty="0">
                <a:latin typeface="+mj-lt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rPr>
              <a:t>Loja</a:t>
            </a:r>
            <a:r>
              <a:rPr lang="pt-BR" sz="1600" dirty="0">
                <a:latin typeface="+mj-lt"/>
              </a:rPr>
              <a:t>&amp;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loja</a:t>
            </a:r>
            <a:r>
              <a:rPr lang="pt-BR" sz="1600" dirty="0">
                <a:latin typeface="+mj-lt"/>
              </a:rPr>
              <a:t>)</a:t>
            </a:r>
          </a:p>
          <a:p>
            <a:r>
              <a:rPr lang="pt-BR" sz="1600" dirty="0">
                <a:latin typeface="+mj-lt"/>
              </a:rPr>
              <a:t>{</a:t>
            </a:r>
          </a:p>
          <a:p>
            <a:r>
              <a:rPr lang="pt-BR" sz="1600" dirty="0">
                <a:latin typeface="+mj-lt"/>
              </a:rPr>
              <a:t>    cout &lt;&lt;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loja</a:t>
            </a:r>
            <a:r>
              <a:rPr lang="pt-BR" sz="1600" dirty="0" err="1">
                <a:latin typeface="+mj-lt"/>
              </a:rPr>
              <a:t>.nome</a:t>
            </a:r>
            <a:r>
              <a:rPr lang="pt-BR" sz="1600" dirty="0">
                <a:latin typeface="+mj-lt"/>
              </a:rPr>
              <a:t> &lt;&lt;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" "</a:t>
            </a:r>
            <a:r>
              <a:rPr lang="pt-BR" sz="1600" dirty="0">
                <a:latin typeface="+mj-lt"/>
              </a:rPr>
              <a:t> </a:t>
            </a:r>
          </a:p>
          <a:p>
            <a:r>
              <a:rPr lang="pt-BR" sz="1600" dirty="0">
                <a:latin typeface="+mj-lt"/>
              </a:rPr>
              <a:t>         &lt;&lt;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loja</a:t>
            </a:r>
            <a:r>
              <a:rPr lang="pt-BR" sz="1600" dirty="0" err="1">
                <a:latin typeface="+mj-lt"/>
              </a:rPr>
              <a:t>.aluguel</a:t>
            </a:r>
            <a:r>
              <a:rPr lang="pt-BR" sz="1600" dirty="0">
                <a:latin typeface="+mj-lt"/>
              </a:rPr>
              <a:t> &lt;&lt;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" "</a:t>
            </a:r>
            <a:r>
              <a:rPr lang="pt-BR" sz="1600" dirty="0">
                <a:latin typeface="+mj-lt"/>
              </a:rPr>
              <a:t> </a:t>
            </a:r>
          </a:p>
          <a:p>
            <a:r>
              <a:rPr lang="pt-BR" sz="1600" dirty="0">
                <a:latin typeface="+mj-lt"/>
              </a:rPr>
              <a:t>         &lt;&lt;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j-lt"/>
              </a:rPr>
              <a:t>loja</a:t>
            </a:r>
            <a:r>
              <a:rPr lang="pt-BR" sz="1600" dirty="0" err="1">
                <a:latin typeface="+mj-lt"/>
              </a:rPr>
              <a:t>.piso</a:t>
            </a:r>
            <a:r>
              <a:rPr lang="pt-BR" sz="1600" dirty="0">
                <a:latin typeface="+mj-lt"/>
              </a:rPr>
              <a:t> &lt;&lt;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"\n"</a:t>
            </a:r>
            <a:r>
              <a:rPr lang="pt-BR" sz="1600" dirty="0">
                <a:latin typeface="+mj-lt"/>
              </a:rPr>
              <a:t>;</a:t>
            </a:r>
          </a:p>
          <a:p>
            <a:r>
              <a:rPr lang="pt-BR" sz="1600" dirty="0">
                <a:latin typeface="+mj-lt"/>
              </a:rPr>
              <a:t>}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BDFA66D-B932-2178-EEF5-C49F87BCB33C}"/>
              </a:ext>
            </a:extLst>
          </p:cNvPr>
          <p:cNvCxnSpPr>
            <a:cxnSpLocks/>
          </p:cNvCxnSpPr>
          <p:nvPr/>
        </p:nvCxnSpPr>
        <p:spPr>
          <a:xfrm>
            <a:off x="7406811" y="3794551"/>
            <a:ext cx="0" cy="1866697"/>
          </a:xfrm>
          <a:prstGeom prst="line">
            <a:avLst/>
          </a:prstGeom>
          <a:ln w="1905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378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39F8-851A-EDC7-63B4-CB8E77BC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6B9138-74BD-D085-3639-5D72C556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0BE0F2-0FDC-D734-8B97-2F45791616AE}"/>
              </a:ext>
            </a:extLst>
          </p:cNvPr>
          <p:cNvSpPr/>
          <p:nvPr/>
        </p:nvSpPr>
        <p:spPr>
          <a:xfrm>
            <a:off x="1619722" y="1595021"/>
            <a:ext cx="814868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main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()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endParaRPr lang="pt-BR" sz="1600" dirty="0"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num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val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15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endParaRPr lang="pt-BR" sz="1600" dirty="0"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cout &lt;&lt;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"Originais:\n"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&lt;&lt;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num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&lt;&lt;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 "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&lt;&lt;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val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&lt;&lt; endl;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num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val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            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cout &lt;&lt;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"Trocados:\n"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&lt;&lt;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num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&lt;&lt;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 "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&lt;&lt;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val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&lt;&lt; endl;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endParaRPr lang="pt-BR" sz="1600" dirty="0"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roupas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{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"Roupas"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2100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4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};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Loja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livros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{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"Livros"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1800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};</a:t>
            </a:r>
          </a:p>
          <a:p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cout &lt;&lt;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"\nOriginais:\n"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Exibir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roupas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Exibir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livros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roupas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livros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  <a:endParaRPr lang="pt-BR" sz="16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cout &lt;&lt;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"\nTrocados:\n"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Exibir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roupas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Exibir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livros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endParaRPr lang="pt-BR" sz="1600" dirty="0"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3" name="Retângulo com Canto Arredondado do Mesmo Lado 2">
            <a:extLst>
              <a:ext uri="{FF2B5EF4-FFF2-40B4-BE49-F238E27FC236}">
                <a16:creationId xmlns:a16="http://schemas.microsoft.com/office/drawing/2014/main" id="{74641906-F3D9-9099-FE4B-B9DA7668B282}"/>
              </a:ext>
            </a:extLst>
          </p:cNvPr>
          <p:cNvSpPr/>
          <p:nvPr/>
        </p:nvSpPr>
        <p:spPr>
          <a:xfrm>
            <a:off x="4943872" y="6453336"/>
            <a:ext cx="2304256" cy="395936"/>
          </a:xfrm>
          <a:prstGeom prst="round2Same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</a:rPr>
              <a:t>Lojas.cpp</a:t>
            </a:r>
          </a:p>
        </p:txBody>
      </p:sp>
    </p:spTree>
    <p:extLst>
      <p:ext uri="{BB962C8B-B14F-4D97-AF65-F5344CB8AC3E}">
        <p14:creationId xmlns:p14="http://schemas.microsoft.com/office/powerpoint/2010/main" val="301788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19200" y="1783560"/>
            <a:ext cx="8991600" cy="459776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saída do programa</a:t>
            </a:r>
            <a:r>
              <a:rPr lang="pt-BR" dirty="0"/>
              <a:t>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659843" y="2420888"/>
            <a:ext cx="678661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Originais:</a:t>
            </a:r>
          </a:p>
          <a:p>
            <a:r>
              <a: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10 25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Trocados:</a:t>
            </a:r>
          </a:p>
          <a:p>
            <a:r>
              <a: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  <a:p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Originais: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Roupas </a:t>
            </a:r>
            <a:r>
              <a: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2100 4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Livros </a:t>
            </a:r>
            <a:r>
              <a: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1800 1</a:t>
            </a:r>
          </a:p>
          <a:p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Trocados: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Roupas </a:t>
            </a:r>
            <a:r>
              <a: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1800 1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Livros </a:t>
            </a:r>
            <a:r>
              <a: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2100 4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3DDEE0B-8E17-F616-F06E-344CAB92B4E4}"/>
              </a:ext>
            </a:extLst>
          </p:cNvPr>
          <p:cNvGrpSpPr/>
          <p:nvPr/>
        </p:nvGrpSpPr>
        <p:grpSpPr>
          <a:xfrm>
            <a:off x="5053148" y="2852936"/>
            <a:ext cx="6208204" cy="2711656"/>
            <a:chOff x="5735960" y="2849992"/>
            <a:chExt cx="6208204" cy="2711656"/>
          </a:xfrm>
        </p:grpSpPr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id="{B0D369FA-EC64-AEFF-0CF5-D643C3204215}"/>
                </a:ext>
              </a:extLst>
            </p:cNvPr>
            <p:cNvSpPr/>
            <p:nvPr/>
          </p:nvSpPr>
          <p:spPr>
            <a:xfrm>
              <a:off x="5807968" y="2852936"/>
              <a:ext cx="1296144" cy="360040"/>
            </a:xfrm>
            <a:prstGeom prst="roundRect">
              <a:avLst>
                <a:gd name="adj" fmla="val 8694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+mj-lt"/>
                </a:rPr>
                <a:t>Roupas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BE97A681-202C-CBB4-74E6-1198F25C7D4E}"/>
                </a:ext>
              </a:extLst>
            </p:cNvPr>
            <p:cNvSpPr/>
            <p:nvPr/>
          </p:nvSpPr>
          <p:spPr>
            <a:xfrm>
              <a:off x="5807968" y="3210032"/>
              <a:ext cx="1296144" cy="360040"/>
            </a:xfrm>
            <a:prstGeom prst="roundRect">
              <a:avLst>
                <a:gd name="adj" fmla="val 8694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+mj-lt"/>
                </a:rPr>
                <a:t>2100</a:t>
              </a:r>
              <a:endParaRPr lang="pt-BR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B98F7FB3-B0CE-660B-7D56-4B1500452DA7}"/>
                </a:ext>
              </a:extLst>
            </p:cNvPr>
            <p:cNvSpPr/>
            <p:nvPr/>
          </p:nvSpPr>
          <p:spPr>
            <a:xfrm>
              <a:off x="5807968" y="3570072"/>
              <a:ext cx="1296144" cy="360040"/>
            </a:xfrm>
            <a:prstGeom prst="roundRect">
              <a:avLst>
                <a:gd name="adj" fmla="val 8694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+mj-lt"/>
                </a:rPr>
                <a:t>4</a:t>
              </a:r>
              <a:endParaRPr lang="pt-BR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01C51CDB-62A5-FB9E-CCB4-805739509818}"/>
                </a:ext>
              </a:extLst>
            </p:cNvPr>
            <p:cNvSpPr/>
            <p:nvPr/>
          </p:nvSpPr>
          <p:spPr>
            <a:xfrm>
              <a:off x="7392144" y="2849992"/>
              <a:ext cx="1296144" cy="360040"/>
            </a:xfrm>
            <a:prstGeom prst="roundRect">
              <a:avLst>
                <a:gd name="adj" fmla="val 8694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+mj-lt"/>
                </a:rPr>
                <a:t>Livros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919A1A79-7B6E-8490-A485-32E0D2F68431}"/>
                </a:ext>
              </a:extLst>
            </p:cNvPr>
            <p:cNvSpPr/>
            <p:nvPr/>
          </p:nvSpPr>
          <p:spPr>
            <a:xfrm>
              <a:off x="7392144" y="3207088"/>
              <a:ext cx="1296144" cy="360040"/>
            </a:xfrm>
            <a:prstGeom prst="roundRect">
              <a:avLst>
                <a:gd name="adj" fmla="val 8694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+mj-lt"/>
                </a:rPr>
                <a:t>1800</a:t>
              </a:r>
              <a:endParaRPr lang="pt-BR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6193E06C-549C-D65A-A1FA-7D34C3D2587A}"/>
                </a:ext>
              </a:extLst>
            </p:cNvPr>
            <p:cNvSpPr/>
            <p:nvPr/>
          </p:nvSpPr>
          <p:spPr>
            <a:xfrm>
              <a:off x="7392144" y="3567128"/>
              <a:ext cx="1296144" cy="360040"/>
            </a:xfrm>
            <a:prstGeom prst="roundRect">
              <a:avLst>
                <a:gd name="adj" fmla="val 8694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+mj-lt"/>
                </a:rPr>
                <a:t>1</a:t>
              </a:r>
              <a:endParaRPr lang="pt-BR" b="1" dirty="0">
                <a:solidFill>
                  <a:schemeClr val="bg1"/>
                </a:solidFill>
                <a:latin typeface="+mj-lt"/>
              </a:endParaRPr>
            </a:p>
          </p:txBody>
        </p:sp>
        <p:pic>
          <p:nvPicPr>
            <p:cNvPr id="13" name="Gráfico 12" descr="Seta: girar para a direita com preenchimento sólido">
              <a:extLst>
                <a:ext uri="{FF2B5EF4-FFF2-40B4-BE49-F238E27FC236}">
                  <a16:creationId xmlns:a16="http://schemas.microsoft.com/office/drawing/2014/main" id="{C0A00735-93EA-367F-4C25-195182DCB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 rot="5400000">
              <a:off x="8983216" y="3927168"/>
              <a:ext cx="914400" cy="914400"/>
            </a:xfrm>
            <a:prstGeom prst="rect">
              <a:avLst/>
            </a:prstGeom>
          </p:spPr>
        </p:pic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1912D4D0-0FDD-0BC8-6B77-4E532A0658F5}"/>
                </a:ext>
              </a:extLst>
            </p:cNvPr>
            <p:cNvSpPr/>
            <p:nvPr/>
          </p:nvSpPr>
          <p:spPr>
            <a:xfrm>
              <a:off x="5807968" y="4484472"/>
              <a:ext cx="1296144" cy="360040"/>
            </a:xfrm>
            <a:prstGeom prst="roundRect">
              <a:avLst>
                <a:gd name="adj" fmla="val 8694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+mj-lt"/>
                </a:rPr>
                <a:t>Roupas</a:t>
              </a: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F3051C90-9F27-3309-E16A-847C1E9F750B}"/>
                </a:ext>
              </a:extLst>
            </p:cNvPr>
            <p:cNvSpPr/>
            <p:nvPr/>
          </p:nvSpPr>
          <p:spPr>
            <a:xfrm>
              <a:off x="5807968" y="4841568"/>
              <a:ext cx="1296144" cy="360040"/>
            </a:xfrm>
            <a:prstGeom prst="roundRect">
              <a:avLst>
                <a:gd name="adj" fmla="val 8694"/>
              </a:avLst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accent3"/>
                  </a:solidFill>
                  <a:latin typeface="+mj-lt"/>
                </a:rPr>
                <a:t>1800</a:t>
              </a:r>
              <a:endParaRPr lang="pt-BR" dirty="0">
                <a:solidFill>
                  <a:schemeClr val="accent3"/>
                </a:solidFill>
                <a:latin typeface="+mj-lt"/>
              </a:endParaRPr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C743DDE2-4964-5C18-8006-3225EA63AD3E}"/>
                </a:ext>
              </a:extLst>
            </p:cNvPr>
            <p:cNvSpPr/>
            <p:nvPr/>
          </p:nvSpPr>
          <p:spPr>
            <a:xfrm>
              <a:off x="5807968" y="5201608"/>
              <a:ext cx="1296144" cy="360040"/>
            </a:xfrm>
            <a:prstGeom prst="roundRect">
              <a:avLst>
                <a:gd name="adj" fmla="val 8694"/>
              </a:avLst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accent3"/>
                  </a:solidFill>
                  <a:latin typeface="+mj-lt"/>
                </a:rPr>
                <a:t>1</a:t>
              </a:r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9A11044A-2144-3969-3282-0763C23731DF}"/>
                </a:ext>
              </a:extLst>
            </p:cNvPr>
            <p:cNvSpPr/>
            <p:nvPr/>
          </p:nvSpPr>
          <p:spPr>
            <a:xfrm>
              <a:off x="7392144" y="4481528"/>
              <a:ext cx="1296144" cy="360040"/>
            </a:xfrm>
            <a:prstGeom prst="roundRect">
              <a:avLst>
                <a:gd name="adj" fmla="val 8694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+mj-lt"/>
                </a:rPr>
                <a:t>Livros</a:t>
              </a: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B837F1B8-3832-6C53-2019-4CEFDA4640C2}"/>
                </a:ext>
              </a:extLst>
            </p:cNvPr>
            <p:cNvSpPr/>
            <p:nvPr/>
          </p:nvSpPr>
          <p:spPr>
            <a:xfrm>
              <a:off x="7392144" y="4838624"/>
              <a:ext cx="1296144" cy="360040"/>
            </a:xfrm>
            <a:prstGeom prst="roundRect">
              <a:avLst>
                <a:gd name="adj" fmla="val 8694"/>
              </a:avLst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accent3"/>
                  </a:solidFill>
                  <a:latin typeface="+mj-lt"/>
                </a:rPr>
                <a:t>2100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8F3DBA28-1A52-3E41-B48D-595A267CBAF5}"/>
                </a:ext>
              </a:extLst>
            </p:cNvPr>
            <p:cNvSpPr/>
            <p:nvPr/>
          </p:nvSpPr>
          <p:spPr>
            <a:xfrm>
              <a:off x="7392144" y="5198664"/>
              <a:ext cx="1296144" cy="360040"/>
            </a:xfrm>
            <a:prstGeom prst="roundRect">
              <a:avLst>
                <a:gd name="adj" fmla="val 8694"/>
              </a:avLst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accent3"/>
                  </a:solidFill>
                  <a:latin typeface="+mj-lt"/>
                </a:rPr>
                <a:t>4</a:t>
              </a:r>
            </a:p>
          </p:txBody>
        </p: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2B0B2E6A-F56C-6E01-2916-7629E9C3AE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5960" y="4207292"/>
              <a:ext cx="3024336" cy="0"/>
            </a:xfrm>
            <a:prstGeom prst="line">
              <a:avLst/>
            </a:prstGeom>
            <a:ln w="19050"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5FFCC994-55DD-16F0-4319-124162BC187E}"/>
                </a:ext>
              </a:extLst>
            </p:cNvPr>
            <p:cNvSpPr txBox="1"/>
            <p:nvPr/>
          </p:nvSpPr>
          <p:spPr>
            <a:xfrm>
              <a:off x="9999948" y="3861048"/>
              <a:ext cx="194421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Ocorreu a troca apenas do aluguel e do piso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7899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C11DF-0212-C068-66DC-7694F7440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47C4EA-9E10-3840-2825-DF865DA45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se tivermos uma </a:t>
            </a:r>
            <a:r>
              <a:rPr lang="pt-BR" dirty="0">
                <a:solidFill>
                  <a:schemeClr val="accent3"/>
                </a:solidFill>
              </a:rPr>
              <a:t>função de mesmo nome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É obedecida uma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ordem</a:t>
            </a:r>
            <a:r>
              <a:rPr lang="pt-BR" dirty="0"/>
              <a:t>:</a:t>
            </a:r>
          </a:p>
          <a:p>
            <a:pPr marL="1225296" lvl="2" indent="-457200">
              <a:buFont typeface="+mj-lt"/>
              <a:buAutoNum type="arabicPeriod"/>
            </a:pPr>
            <a:r>
              <a:rPr lang="pt-BR" sz="2000" dirty="0">
                <a:latin typeface="+mj-lt"/>
              </a:rPr>
              <a:t> </a:t>
            </a:r>
            <a:r>
              <a:rPr lang="pt-BR" dirty="0"/>
              <a:t>Função</a:t>
            </a:r>
          </a:p>
          <a:p>
            <a:pPr marL="1225296" lvl="2" indent="-457200">
              <a:buFont typeface="+mj-lt"/>
              <a:buAutoNum type="arabicPeriod"/>
            </a:pPr>
            <a:r>
              <a:rPr lang="pt-BR" sz="2000" dirty="0">
                <a:latin typeface="+mj-lt"/>
              </a:rPr>
              <a:t> </a:t>
            </a:r>
            <a:r>
              <a:rPr lang="pt-BR" dirty="0"/>
              <a:t>Especialização</a:t>
            </a:r>
          </a:p>
          <a:p>
            <a:pPr marL="1225296" lvl="2" indent="-457200">
              <a:buFont typeface="+mj-lt"/>
              <a:buAutoNum type="arabicPeriod"/>
            </a:pPr>
            <a:r>
              <a:rPr lang="pt-BR" sz="2000" dirty="0">
                <a:latin typeface="+mj-lt"/>
              </a:rPr>
              <a:t> </a:t>
            </a:r>
            <a:r>
              <a:rPr lang="pt-BR" dirty="0"/>
              <a:t>Template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5F256C2-CBB5-A084-6104-0FEF18908908}"/>
              </a:ext>
            </a:extLst>
          </p:cNvPr>
          <p:cNvSpPr txBox="1"/>
          <p:nvPr/>
        </p:nvSpPr>
        <p:spPr>
          <a:xfrm>
            <a:off x="2063552" y="4509120"/>
            <a:ext cx="78488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);                   </a:t>
            </a: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#1</a:t>
            </a:r>
          </a:p>
          <a:p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&lt;&gt; </a:t>
            </a: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);       </a:t>
            </a: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#2</a:t>
            </a:r>
          </a:p>
          <a:p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8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);   </a:t>
            </a:r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#3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00972E-D4AC-5041-6F24-EA8AB76DE507}"/>
              </a:ext>
            </a:extLst>
          </p:cNvPr>
          <p:cNvSpPr txBox="1"/>
          <p:nvPr/>
        </p:nvSpPr>
        <p:spPr>
          <a:xfrm>
            <a:off x="2063552" y="5662989"/>
            <a:ext cx="6408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</a:schemeClr>
                </a:solidFill>
              </a:rPr>
              <a:t>*</a:t>
            </a:r>
            <a:r>
              <a:rPr lang="pt-BR" dirty="0"/>
              <a:t> </a:t>
            </a:r>
            <a:r>
              <a:rPr lang="pt-BR" dirty="0">
                <a:solidFill>
                  <a:schemeClr val="tx1">
                    <a:lumMod val="65000"/>
                  </a:schemeClr>
                </a:solidFill>
              </a:rPr>
              <a:t>Neste caso a especialização do template nunca seria chamada,</a:t>
            </a:r>
          </a:p>
          <a:p>
            <a:r>
              <a:rPr lang="pt-BR" dirty="0">
                <a:solidFill>
                  <a:schemeClr val="tx1">
                    <a:lumMod val="65000"/>
                  </a:schemeClr>
                </a:solidFill>
              </a:rPr>
              <a:t>    porque a função tem prioridade.</a:t>
            </a:r>
          </a:p>
        </p:txBody>
      </p:sp>
    </p:spTree>
    <p:extLst>
      <p:ext uri="{BB962C8B-B14F-4D97-AF65-F5344CB8AC3E}">
        <p14:creationId xmlns:p14="http://schemas.microsoft.com/office/powerpoint/2010/main" val="2813524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7FB4761-D3B5-1527-0905-77B6AA064101}"/>
              </a:ext>
            </a:extLst>
          </p:cNvPr>
          <p:cNvSpPr/>
          <p:nvPr/>
        </p:nvSpPr>
        <p:spPr>
          <a:xfrm>
            <a:off x="2207568" y="3789040"/>
            <a:ext cx="2736304" cy="1440160"/>
          </a:xfrm>
          <a:prstGeom prst="roundRect">
            <a:avLst>
              <a:gd name="adj" fmla="val 8694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A34A54-63D7-D4F3-6938-7025676CE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B8990C-1982-5D33-4B78-3FC782C58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o compilador usa </a:t>
            </a:r>
            <a:r>
              <a:rPr lang="pt-BR"/>
              <a:t>o template</a:t>
            </a:r>
            <a:endParaRPr lang="pt-BR" dirty="0"/>
          </a:p>
          <a:p>
            <a:pPr lvl="1"/>
            <a:r>
              <a:rPr lang="pt-BR" dirty="0"/>
              <a:t>Tem-se uma </a:t>
            </a:r>
            <a:r>
              <a:rPr lang="pt-BR" dirty="0">
                <a:solidFill>
                  <a:schemeClr val="accent3"/>
                </a:solidFill>
              </a:rPr>
              <a:t>instanciação do template</a:t>
            </a:r>
          </a:p>
          <a:p>
            <a:pPr lvl="1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A69FAD-16EF-EF14-77A0-9B61B63AD434}"/>
              </a:ext>
            </a:extLst>
          </p:cNvPr>
          <p:cNvSpPr txBox="1"/>
          <p:nvPr/>
        </p:nvSpPr>
        <p:spPr>
          <a:xfrm>
            <a:off x="1991544" y="3068960"/>
            <a:ext cx="92170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);</a:t>
            </a:r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b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</a:br>
            <a:b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</a:b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num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10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;   </a:t>
            </a:r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val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25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;  </a:t>
            </a:r>
            <a:b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</a:br>
            <a:b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num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val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); </a:t>
            </a:r>
          </a:p>
          <a:p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br>
              <a:rPr lang="pt-BR" dirty="0">
                <a:latin typeface="Consolas" pitchFamily="49" charset="0"/>
                <a:cs typeface="Consolas" pitchFamily="49" charset="0"/>
              </a:rPr>
            </a:b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); </a:t>
            </a: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instanciação implícita para </a:t>
            </a:r>
            <a:r>
              <a:rPr lang="pt-BR" dirty="0" err="1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E46A5D-5C96-4F32-E805-A444A85447B9}"/>
              </a:ext>
            </a:extLst>
          </p:cNvPr>
          <p:cNvSpPr txBox="1"/>
          <p:nvPr/>
        </p:nvSpPr>
        <p:spPr>
          <a:xfrm>
            <a:off x="5303912" y="3861048"/>
            <a:ext cx="2232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chamada da função provoca uma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instanciação </a:t>
            </a:r>
            <a:b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implícita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8266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F0F19-265C-DE4E-2D27-69F9540B5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05AE11-494D-8033-CA63-8164722BB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pt-BR" dirty="0"/>
              <a:t>C++ permite também </a:t>
            </a:r>
            <a:r>
              <a:rPr lang="pt-BR" dirty="0">
                <a:solidFill>
                  <a:schemeClr val="accent3"/>
                </a:solidFill>
              </a:rPr>
              <a:t>instanciações explícitas</a:t>
            </a:r>
          </a:p>
          <a:p>
            <a:endParaRPr lang="pt-BR" dirty="0">
              <a:solidFill>
                <a:schemeClr val="accent3"/>
              </a:solidFill>
            </a:endParaRPr>
          </a:p>
          <a:p>
            <a:endParaRPr lang="pt-BR" dirty="0">
              <a:solidFill>
                <a:schemeClr val="accent3"/>
              </a:solidFill>
            </a:endParaRPr>
          </a:p>
          <a:p>
            <a:endParaRPr lang="pt-BR" dirty="0">
              <a:solidFill>
                <a:schemeClr val="accent3"/>
              </a:solidFill>
            </a:endParaRPr>
          </a:p>
          <a:p>
            <a:endParaRPr lang="pt-BR" dirty="0">
              <a:solidFill>
                <a:schemeClr val="accent3"/>
              </a:solidFill>
            </a:endParaRPr>
          </a:p>
          <a:p>
            <a:pPr lvl="1"/>
            <a:r>
              <a:rPr lang="pt-BR" dirty="0"/>
              <a:t>Elas forçam o compilador a gerar uma função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03230C7-4C7A-5593-0201-A747B5D17655}"/>
              </a:ext>
            </a:extLst>
          </p:cNvPr>
          <p:cNvSpPr txBox="1"/>
          <p:nvPr/>
        </p:nvSpPr>
        <p:spPr>
          <a:xfrm>
            <a:off x="1775520" y="2564904"/>
            <a:ext cx="63199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</a:t>
            </a:r>
            <a:br>
              <a:rPr lang="pt-BR" dirty="0">
                <a:latin typeface="Consolas" pitchFamily="49" charset="0"/>
                <a:cs typeface="Consolas" pitchFamily="49" charset="0"/>
              </a:rPr>
            </a:br>
            <a:r>
              <a:rPr lang="pt-BR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dirty="0">
                <a:latin typeface="Consolas" pitchFamily="49" charset="0"/>
                <a:cs typeface="Consolas" pitchFamily="49" charset="0"/>
              </a:rPr>
            </a:br>
            <a:r>
              <a:rPr lang="pt-BR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temp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} </a:t>
            </a:r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2D0905-E13E-8E54-E968-52BE187B2B9C}"/>
              </a:ext>
            </a:extLst>
          </p:cNvPr>
          <p:cNvSpPr txBox="1"/>
          <p:nvPr/>
        </p:nvSpPr>
        <p:spPr>
          <a:xfrm>
            <a:off x="1991544" y="5361905"/>
            <a:ext cx="51125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instanciação explícita para </a:t>
            </a:r>
            <a:r>
              <a:rPr lang="pt-BR" dirty="0" err="1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br>
              <a:rPr lang="pt-BR" dirty="0">
                <a:latin typeface="Consolas" pitchFamily="49" charset="0"/>
                <a:cs typeface="Consolas" pitchFamily="49" charset="0"/>
              </a:rPr>
            </a:b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&gt;(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&amp;, 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&amp;); </a:t>
            </a:r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628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F078EA6-EBF2-F12E-B6A4-97B768C9B5BA}"/>
              </a:ext>
            </a:extLst>
          </p:cNvPr>
          <p:cNvSpPr/>
          <p:nvPr/>
        </p:nvSpPr>
        <p:spPr>
          <a:xfrm>
            <a:off x="1559496" y="4869160"/>
            <a:ext cx="5256584" cy="936104"/>
          </a:xfrm>
          <a:prstGeom prst="roundRect">
            <a:avLst>
              <a:gd name="adj" fmla="val 8694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7B42B0-B2FF-CB67-1DC6-25706976E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96646C-E9EB-B6BA-EA59-9F70DFFA4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dirty="0">
                <a:solidFill>
                  <a:schemeClr val="accent3"/>
                </a:solidFill>
              </a:rPr>
              <a:t>diferenças de notação</a:t>
            </a:r>
            <a:r>
              <a:rPr lang="pt-BR" dirty="0"/>
              <a:t> são sutis: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97F2D51-C5E8-ED1A-C3BC-BF5382AD7E3D}"/>
              </a:ext>
            </a:extLst>
          </p:cNvPr>
          <p:cNvSpPr txBox="1"/>
          <p:nvPr/>
        </p:nvSpPr>
        <p:spPr>
          <a:xfrm>
            <a:off x="1703512" y="2492896"/>
            <a:ext cx="92170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template</a:t>
            </a:r>
          </a:p>
          <a:p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</a:t>
            </a:r>
            <a:br>
              <a:rPr lang="pt-BR" dirty="0">
                <a:latin typeface="Consolas" pitchFamily="49" charset="0"/>
                <a:cs typeface="Consolas" pitchFamily="49" charset="0"/>
              </a:rPr>
            </a:br>
            <a:r>
              <a:rPr lang="pt-BR" dirty="0">
                <a:latin typeface="Consolas" pitchFamily="49" charset="0"/>
                <a:cs typeface="Consolas" pitchFamily="49" charset="0"/>
              </a:rPr>
              <a:t>{ ... }</a:t>
            </a:r>
            <a:br>
              <a:rPr lang="pt-BR" dirty="0">
                <a:latin typeface="Consolas" pitchFamily="49" charset="0"/>
                <a:cs typeface="Consolas" pitchFamily="49" charset="0"/>
              </a:rPr>
            </a:br>
            <a:br>
              <a:rPr lang="pt-BR" dirty="0">
                <a:latin typeface="Consolas" pitchFamily="49" charset="0"/>
                <a:cs typeface="Consolas" pitchFamily="49" charset="0"/>
              </a:rPr>
            </a:b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especialização </a:t>
            </a:r>
            <a:b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&lt;&gt; </a:t>
            </a: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dirty="0">
                <a:latin typeface="Consolas" pitchFamily="49" charset="0"/>
                <a:cs typeface="Consolas" pitchFamily="49" charset="0"/>
              </a:rPr>
              <a:t>{ ... }</a:t>
            </a:r>
            <a:br>
              <a:rPr lang="pt-BR" dirty="0">
                <a:latin typeface="Consolas" pitchFamily="49" charset="0"/>
                <a:cs typeface="Consolas" pitchFamily="49" charset="0"/>
              </a:rPr>
            </a:br>
            <a:b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</a:br>
            <a:b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instanciação explícita</a:t>
            </a:r>
          </a:p>
          <a:p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&gt;(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&amp;, 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&amp;);</a:t>
            </a:r>
            <a:endParaRPr lang="pt-BR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6943AD9-DC7F-48F7-D8C9-21C3A71D790B}"/>
              </a:ext>
            </a:extLst>
          </p:cNvPr>
          <p:cNvSpPr txBox="1"/>
          <p:nvPr/>
        </p:nvSpPr>
        <p:spPr>
          <a:xfrm>
            <a:off x="7185504" y="4766492"/>
            <a:ext cx="4095071" cy="1449216"/>
          </a:xfrm>
          <a:prstGeom prst="rect">
            <a:avLst/>
          </a:prstGeom>
          <a:noFill/>
        </p:spPr>
        <p:txBody>
          <a:bodyPr wrap="square" tIns="108000" bIns="108000" rtlCol="0">
            <a:spAutoFit/>
          </a:bodyPr>
          <a:lstStyle/>
          <a:p>
            <a:pPr algn="ctr"/>
            <a:r>
              <a:rPr lang="pt-BR" sz="2000" dirty="0"/>
              <a:t>Criar uma instanciação explícita </a:t>
            </a:r>
            <a:r>
              <a:rPr lang="pt-BR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quando já existe uma especialização definida para o mesmo tipo</a:t>
            </a:r>
            <a:r>
              <a:rPr lang="pt-BR" sz="2000" dirty="0"/>
              <a:t> </a:t>
            </a:r>
            <a:br>
              <a:rPr lang="pt-BR" sz="2000" dirty="0"/>
            </a:br>
            <a:r>
              <a:rPr lang="pt-BR" sz="2000" dirty="0"/>
              <a:t>é um erro.</a:t>
            </a:r>
          </a:p>
        </p:txBody>
      </p:sp>
    </p:spTree>
    <p:extLst>
      <p:ext uri="{BB962C8B-B14F-4D97-AF65-F5344CB8AC3E}">
        <p14:creationId xmlns:p14="http://schemas.microsoft.com/office/powerpoint/2010/main" val="2254089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0A1AD-4764-F629-243F-CB5BCF79D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39268F-47AB-9EA7-F756-5195919DF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pt-BR" dirty="0"/>
              <a:t>Mas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por que forçar </a:t>
            </a:r>
            <a:r>
              <a:rPr lang="pt-BR" dirty="0"/>
              <a:t>uma instanciação?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pPr lvl="2"/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Encapsulamento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Esconder a implementação do template</a:t>
            </a:r>
          </a:p>
          <a:p>
            <a:pPr lvl="2"/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Controle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Limitar os tipos suportados</a:t>
            </a:r>
          </a:p>
          <a:p>
            <a:pPr lvl="2"/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Desempenho</a:t>
            </a:r>
            <a:br>
              <a:rPr lang="pt-BR" dirty="0"/>
            </a:br>
            <a:r>
              <a:rPr lang="pt-BR" dirty="0"/>
              <a:t>Evitar múltiplas instâncias em arquivos diferentes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1ABC45D-9C97-7007-8FEF-39A5DCFA3A8E}"/>
              </a:ext>
            </a:extLst>
          </p:cNvPr>
          <p:cNvSpPr txBox="1"/>
          <p:nvPr/>
        </p:nvSpPr>
        <p:spPr>
          <a:xfrm>
            <a:off x="1847528" y="2492896"/>
            <a:ext cx="9125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</a:rPr>
              <a:t>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);     </a:t>
            </a: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template</a:t>
            </a:r>
            <a:br>
              <a:rPr lang="pt-BR" dirty="0">
                <a:latin typeface="Consolas" pitchFamily="49" charset="0"/>
                <a:cs typeface="Consolas" pitchFamily="49" charset="0"/>
              </a:rPr>
            </a:b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&gt;(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&amp;, </a:t>
            </a:r>
            <a:r>
              <a:rPr lang="pt-BR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dirty="0">
                <a:latin typeface="Consolas" pitchFamily="49" charset="0"/>
                <a:cs typeface="Consolas" pitchFamily="49" charset="0"/>
              </a:rPr>
              <a:t>&amp;);               </a:t>
            </a:r>
            <a:r>
              <a:rPr lang="pt-BR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instância</a:t>
            </a:r>
          </a:p>
        </p:txBody>
      </p:sp>
    </p:spTree>
    <p:extLst>
      <p:ext uri="{BB962C8B-B14F-4D97-AF65-F5344CB8AC3E}">
        <p14:creationId xmlns:p14="http://schemas.microsoft.com/office/powerpoint/2010/main" val="710029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EB696-F311-F0DF-6B68-6EB7D76F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2E5CBB9-FDE7-67CE-A97E-BF203D208094}"/>
              </a:ext>
            </a:extLst>
          </p:cNvPr>
          <p:cNvSpPr/>
          <p:nvPr/>
        </p:nvSpPr>
        <p:spPr>
          <a:xfrm>
            <a:off x="1349185" y="1792689"/>
            <a:ext cx="1512168" cy="502310"/>
          </a:xfrm>
          <a:prstGeom prst="roundRect">
            <a:avLst/>
          </a:prstGeom>
          <a:solidFill>
            <a:schemeClr val="tx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D5E3289-3B9B-1E4E-9CBD-7D9CF0395D72}"/>
              </a:ext>
            </a:extLst>
          </p:cNvPr>
          <p:cNvSpPr/>
          <p:nvPr/>
        </p:nvSpPr>
        <p:spPr>
          <a:xfrm>
            <a:off x="1343472" y="3214722"/>
            <a:ext cx="1733905" cy="502310"/>
          </a:xfrm>
          <a:prstGeom prst="roundRect">
            <a:avLst>
              <a:gd name="adj" fmla="val 17168"/>
            </a:avLst>
          </a:prstGeom>
          <a:solidFill>
            <a:schemeClr val="tx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5D0492-CC72-CE50-1A82-C85AB9F83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6403ECA-B9E1-2EEC-7C85-8D69573AE597}"/>
              </a:ext>
            </a:extLst>
          </p:cNvPr>
          <p:cNvSpPr/>
          <p:nvPr/>
        </p:nvSpPr>
        <p:spPr>
          <a:xfrm>
            <a:off x="2069265" y="2348880"/>
            <a:ext cx="90653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   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[],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  <a:endParaRPr lang="pt-BR" sz="16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endParaRPr lang="pt-BR" sz="16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endParaRPr lang="pt-BR" sz="16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endParaRPr lang="pt-BR" sz="16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endParaRPr lang="pt-BR" sz="16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endParaRPr lang="pt-BR" sz="16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   #include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algorithm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   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[],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{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  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std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::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sort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+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}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instanciação explícita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|   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&gt;(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[],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822FED2-A6A7-B313-D7ED-C9253C68E286}"/>
              </a:ext>
            </a:extLst>
          </p:cNvPr>
          <p:cNvSpPr txBox="1"/>
          <p:nvPr/>
        </p:nvSpPr>
        <p:spPr>
          <a:xfrm flipH="1">
            <a:off x="1502914" y="1844824"/>
            <a:ext cx="143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Ordena.h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00E5B0C-2CCB-5A5B-9397-7491D602977B}"/>
              </a:ext>
            </a:extLst>
          </p:cNvPr>
          <p:cNvSpPr txBox="1"/>
          <p:nvPr/>
        </p:nvSpPr>
        <p:spPr>
          <a:xfrm flipH="1">
            <a:off x="1500849" y="3286730"/>
            <a:ext cx="157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Ordena.cpp </a:t>
            </a:r>
          </a:p>
        </p:txBody>
      </p:sp>
    </p:spTree>
    <p:extLst>
      <p:ext uri="{BB962C8B-B14F-4D97-AF65-F5344CB8AC3E}">
        <p14:creationId xmlns:p14="http://schemas.microsoft.com/office/powerpoint/2010/main" val="150524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DC55A-6DCC-0309-FB13-CE0AE8F17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B00CB3F-D1B0-3291-5009-AD9711C800C3}"/>
              </a:ext>
            </a:extLst>
          </p:cNvPr>
          <p:cNvSpPr/>
          <p:nvPr/>
        </p:nvSpPr>
        <p:spPr>
          <a:xfrm>
            <a:off x="1343472" y="1793364"/>
            <a:ext cx="2088232" cy="499659"/>
          </a:xfrm>
          <a:prstGeom prst="roundRect">
            <a:avLst>
              <a:gd name="adj" fmla="val 4896"/>
            </a:avLst>
          </a:prstGeom>
          <a:solidFill>
            <a:schemeClr val="tx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27B083-A043-7BDE-83CD-8516D1692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CABC12C-5957-1897-446E-FC12AE86EB22}"/>
              </a:ext>
            </a:extLst>
          </p:cNvPr>
          <p:cNvSpPr/>
          <p:nvPr/>
        </p:nvSpPr>
        <p:spPr>
          <a:xfrm>
            <a:off x="2063552" y="2564904"/>
            <a:ext cx="58326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#include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"Ordena.h"</a:t>
            </a:r>
            <a:b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#include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&lt;iostream&gt;</a:t>
            </a:r>
          </a:p>
          <a:p>
            <a:endParaRPr lang="pt-BR" sz="16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main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()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vetor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[] = {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 3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 2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 4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 1 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};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Ordenar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vetor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            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for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(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: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vetor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std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::cout &lt;&lt;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i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&lt;&lt; 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" "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3C7F974-68F1-5CE7-95B9-D75F7B72B614}"/>
              </a:ext>
            </a:extLst>
          </p:cNvPr>
          <p:cNvSpPr txBox="1"/>
          <p:nvPr/>
        </p:nvSpPr>
        <p:spPr>
          <a:xfrm flipH="1">
            <a:off x="1497200" y="1844824"/>
            <a:ext cx="186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Ordenando.cpp</a:t>
            </a:r>
          </a:p>
        </p:txBody>
      </p:sp>
    </p:spTree>
    <p:extLst>
      <p:ext uri="{BB962C8B-B14F-4D97-AF65-F5344CB8AC3E}">
        <p14:creationId xmlns:p14="http://schemas.microsoft.com/office/powerpoint/2010/main" val="4120644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E805E-5302-0120-AFFC-914106433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A5CD5-189D-F80F-2AE0-9552BAB01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AE220E-B91D-B5F4-5383-84398B5D3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83560"/>
            <a:ext cx="8991600" cy="459776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saída do programa</a:t>
            </a:r>
            <a:r>
              <a:rPr lang="pt-BR" dirty="0"/>
              <a:t>:</a:t>
            </a:r>
          </a:p>
          <a:p>
            <a:endParaRPr lang="pt-BR" dirty="0"/>
          </a:p>
          <a:p>
            <a:endParaRPr lang="pt-BR" dirty="0"/>
          </a:p>
          <a:p>
            <a:pPr lvl="1">
              <a:spcAft>
                <a:spcPts val="1200"/>
              </a:spcAft>
            </a:pPr>
            <a:r>
              <a:rPr lang="pt-BR" dirty="0"/>
              <a:t>Sem a </a:t>
            </a:r>
            <a:r>
              <a:rPr lang="pt-BR" dirty="0">
                <a:solidFill>
                  <a:schemeClr val="accent3"/>
                </a:solidFill>
              </a:rPr>
              <a:t>instanciação explícita</a:t>
            </a:r>
            <a:r>
              <a:rPr lang="pt-BR" dirty="0"/>
              <a:t>:</a:t>
            </a:r>
            <a:endParaRPr lang="pt-B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2">
              <a:spcAft>
                <a:spcPts val="1200"/>
              </a:spcAft>
            </a:pPr>
            <a:r>
              <a:rPr lang="pt-BR" dirty="0"/>
              <a:t>Seríamos obrigados a colocar a implementação </a:t>
            </a:r>
            <a:br>
              <a:rPr lang="pt-BR" dirty="0"/>
            </a:br>
            <a:r>
              <a:rPr lang="pt-BR" dirty="0"/>
              <a:t>do template no arquivo de inclusão</a:t>
            </a:r>
          </a:p>
          <a:p>
            <a:pPr lvl="2"/>
            <a:r>
              <a:rPr lang="pt-BR" dirty="0"/>
              <a:t>Ou teríamos um erro de ligação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E5C3058-77DB-DABD-064C-E24461FEEE04}"/>
              </a:ext>
            </a:extLst>
          </p:cNvPr>
          <p:cNvSpPr/>
          <p:nvPr/>
        </p:nvSpPr>
        <p:spPr>
          <a:xfrm>
            <a:off x="1659843" y="2420888"/>
            <a:ext cx="29239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1 2 3 4 5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DD39A4E-9BCE-55AD-FC0A-3E133795C3D4}"/>
              </a:ext>
            </a:extLst>
          </p:cNvPr>
          <p:cNvSpPr txBox="1"/>
          <p:nvPr/>
        </p:nvSpPr>
        <p:spPr>
          <a:xfrm>
            <a:off x="2279576" y="5445224"/>
            <a:ext cx="9217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error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LNK2019</a:t>
            </a:r>
            <a:r>
              <a:rPr lang="pt-BR" sz="1600" dirty="0">
                <a:latin typeface="+mj-lt"/>
              </a:rPr>
              <a:t>: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unresolved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external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symbol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"void __</a:t>
            </a:r>
            <a:r>
              <a:rPr lang="pt-BR" sz="1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cdecl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 Ordenar&lt;</a:t>
            </a:r>
            <a:r>
              <a:rPr lang="pt-BR" sz="1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int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&gt;(</a:t>
            </a:r>
            <a:r>
              <a:rPr lang="pt-BR" sz="1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int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[],</a:t>
            </a:r>
            <a:r>
              <a:rPr lang="pt-BR" sz="1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int</a:t>
            </a:r>
            <a:r>
              <a:rPr lang="pt-BR" sz="1600" dirty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rPr>
              <a:t>)"</a:t>
            </a:r>
            <a:r>
              <a:rPr lang="pt-BR" sz="1600" dirty="0">
                <a:latin typeface="+mj-lt"/>
              </a:rPr>
              <a:t>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(??$</a:t>
            </a:r>
            <a:r>
              <a:rPr lang="pt-BR" sz="1600" dirty="0" err="1">
                <a:solidFill>
                  <a:schemeClr val="tx1">
                    <a:lumMod val="75000"/>
                  </a:schemeClr>
                </a:solidFill>
                <a:latin typeface="+mj-lt"/>
              </a:rPr>
              <a:t>Ordenar@H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@@YAXPEAHH@Z)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referenced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in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function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main</a:t>
            </a:r>
            <a:endParaRPr lang="pt-BR" sz="1600" dirty="0">
              <a:solidFill>
                <a:schemeClr val="accent3">
                  <a:lumMod val="60000"/>
                  <a:lumOff val="40000"/>
                </a:schemeClr>
              </a:solidFill>
              <a:latin typeface="+mj-lt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D388F43-535C-1486-FFB2-1D40C557B307}"/>
              </a:ext>
            </a:extLst>
          </p:cNvPr>
          <p:cNvGrpSpPr/>
          <p:nvPr/>
        </p:nvGrpSpPr>
        <p:grpSpPr>
          <a:xfrm>
            <a:off x="11584750" y="6380748"/>
            <a:ext cx="617266" cy="495111"/>
            <a:chOff x="11582400" y="6381328"/>
            <a:chExt cx="617266" cy="495111"/>
          </a:xfrm>
        </p:grpSpPr>
        <p:sp>
          <p:nvSpPr>
            <p:cNvPr id="22" name="Triângulo isósceles 6">
              <a:extLst>
                <a:ext uri="{FF2B5EF4-FFF2-40B4-BE49-F238E27FC236}">
                  <a16:creationId xmlns:a16="http://schemas.microsoft.com/office/drawing/2014/main" id="{0D78D8C1-D4F9-3C6C-2AF4-FDFAC7CC88F4}"/>
                </a:ext>
              </a:extLst>
            </p:cNvPr>
            <p:cNvSpPr/>
            <p:nvPr/>
          </p:nvSpPr>
          <p:spPr>
            <a:xfrm>
              <a:off x="11582400" y="6381328"/>
              <a:ext cx="593516" cy="464210"/>
            </a:xfrm>
            <a:custGeom>
              <a:avLst/>
              <a:gdLst>
                <a:gd name="connsiteX0" fmla="*/ 0 w 864096"/>
                <a:gd name="connsiteY0" fmla="*/ 1512168 h 1512168"/>
                <a:gd name="connsiteX1" fmla="*/ 432048 w 864096"/>
                <a:gd name="connsiteY1" fmla="*/ 0 h 1512168"/>
                <a:gd name="connsiteX2" fmla="*/ 864096 w 864096"/>
                <a:gd name="connsiteY2" fmla="*/ 1512168 h 1512168"/>
                <a:gd name="connsiteX3" fmla="*/ 0 w 864096"/>
                <a:gd name="connsiteY3" fmla="*/ 1512168 h 1512168"/>
                <a:gd name="connsiteX0" fmla="*/ 0 w 864096"/>
                <a:gd name="connsiteY0" fmla="*/ 787773 h 787773"/>
                <a:gd name="connsiteX1" fmla="*/ 847684 w 864096"/>
                <a:gd name="connsiteY1" fmla="*/ 0 h 787773"/>
                <a:gd name="connsiteX2" fmla="*/ 864096 w 864096"/>
                <a:gd name="connsiteY2" fmla="*/ 787773 h 787773"/>
                <a:gd name="connsiteX3" fmla="*/ 0 w 864096"/>
                <a:gd name="connsiteY3" fmla="*/ 787773 h 787773"/>
                <a:gd name="connsiteX0" fmla="*/ 0 w 864096"/>
                <a:gd name="connsiteY0" fmla="*/ 797298 h 797298"/>
                <a:gd name="connsiteX1" fmla="*/ 857209 w 864096"/>
                <a:gd name="connsiteY1" fmla="*/ 0 h 797298"/>
                <a:gd name="connsiteX2" fmla="*/ 864096 w 864096"/>
                <a:gd name="connsiteY2" fmla="*/ 797298 h 797298"/>
                <a:gd name="connsiteX3" fmla="*/ 0 w 864096"/>
                <a:gd name="connsiteY3" fmla="*/ 797298 h 797298"/>
                <a:gd name="connsiteX0" fmla="*/ 0 w 864096"/>
                <a:gd name="connsiteY0" fmla="*/ 799680 h 799680"/>
                <a:gd name="connsiteX1" fmla="*/ 861971 w 864096"/>
                <a:gd name="connsiteY1" fmla="*/ 0 h 799680"/>
                <a:gd name="connsiteX2" fmla="*/ 864096 w 864096"/>
                <a:gd name="connsiteY2" fmla="*/ 799680 h 799680"/>
                <a:gd name="connsiteX3" fmla="*/ 0 w 864096"/>
                <a:gd name="connsiteY3" fmla="*/ 799680 h 7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096" h="799680">
                  <a:moveTo>
                    <a:pt x="0" y="799680"/>
                  </a:moveTo>
                  <a:lnTo>
                    <a:pt x="861971" y="0"/>
                  </a:lnTo>
                  <a:cubicBezTo>
                    <a:pt x="864267" y="265766"/>
                    <a:pt x="861800" y="533914"/>
                    <a:pt x="864096" y="799680"/>
                  </a:cubicBezTo>
                  <a:lnTo>
                    <a:pt x="0" y="79968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444F8D3F-6F37-D28E-CDDD-A5B040899D6C}"/>
                </a:ext>
              </a:extLst>
            </p:cNvPr>
            <p:cNvSpPr/>
            <p:nvPr/>
          </p:nvSpPr>
          <p:spPr>
            <a:xfrm>
              <a:off x="11808382" y="6476329"/>
              <a:ext cx="3912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8580" indent="0">
                <a:buNone/>
              </a:pPr>
              <a:r>
                <a:rPr lang="pt-BR" sz="2000" dirty="0">
                  <a:solidFill>
                    <a:schemeClr val="bg1"/>
                  </a:solidFill>
                </a:rPr>
                <a:t>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727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AC758-1626-AE00-066D-16879E4E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B2C587-7776-0DD6-E044-806CC7920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é melhor </a:t>
            </a:r>
            <a:r>
              <a:rPr lang="pt-BR" dirty="0">
                <a:solidFill>
                  <a:schemeClr val="accent3"/>
                </a:solidFill>
              </a:rPr>
              <a:t>criar logo uma função</a:t>
            </a:r>
            <a:r>
              <a:rPr lang="pt-BR" dirty="0"/>
              <a:t>?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Quantos tipos diferentes serão usados com a função?</a:t>
            </a:r>
          </a:p>
          <a:p>
            <a:pPr lvl="1"/>
            <a:r>
              <a:rPr lang="pt-BR" dirty="0"/>
              <a:t>Ter apenas uma função template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simplifica a manutenção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7B27C9A-8C23-817C-4A1A-6399A1E35E58}"/>
              </a:ext>
            </a:extLst>
          </p:cNvPr>
          <p:cNvSpPr txBox="1"/>
          <p:nvPr/>
        </p:nvSpPr>
        <p:spPr>
          <a:xfrm>
            <a:off x="1703512" y="2592232"/>
            <a:ext cx="60951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[],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implementa método de ordenação</a:t>
            </a:r>
          </a:p>
          <a:p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   // usando um já pronto para simplificar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std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::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sort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+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94155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F246-DE1A-B3D1-D33A-224AB5063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D4815F-29AB-8551-CACD-66BD39AB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e Desempenho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178150-AFF4-548F-22C5-B14926D87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/>
                </a:solidFill>
              </a:rPr>
              <a:t>instanciação explícita</a:t>
            </a:r>
            <a:r>
              <a:rPr lang="pt-BR" dirty="0"/>
              <a:t> também permite</a:t>
            </a:r>
          </a:p>
          <a:p>
            <a:pPr lvl="1"/>
            <a:r>
              <a:rPr lang="pt-BR" dirty="0"/>
              <a:t>Limitar os tipos suportados</a:t>
            </a:r>
          </a:p>
          <a:p>
            <a:pPr lvl="1"/>
            <a:r>
              <a:rPr lang="pt-BR" dirty="0"/>
              <a:t>Evitar múltiplas instâncias em diferentes arquivos</a:t>
            </a:r>
            <a:br>
              <a:rPr lang="pt-BR" dirty="0"/>
            </a:br>
            <a:endParaRPr lang="pt-B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748034-E90F-8DC8-D9F8-C6F32B6899B7}"/>
              </a:ext>
            </a:extLst>
          </p:cNvPr>
          <p:cNvSpPr/>
          <p:nvPr/>
        </p:nvSpPr>
        <p:spPr>
          <a:xfrm>
            <a:off x="1991544" y="3645024"/>
            <a:ext cx="61206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[],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std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::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sort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+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instanciações explícitas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&gt;(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[],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&gt;(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[],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&gt;(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[],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94EE834E-B258-1261-53C3-80E0D16D6E24}"/>
              </a:ext>
            </a:extLst>
          </p:cNvPr>
          <p:cNvGrpSpPr/>
          <p:nvPr/>
        </p:nvGrpSpPr>
        <p:grpSpPr>
          <a:xfrm>
            <a:off x="11584750" y="6380748"/>
            <a:ext cx="617266" cy="495111"/>
            <a:chOff x="11582400" y="6381328"/>
            <a:chExt cx="617266" cy="495111"/>
          </a:xfrm>
        </p:grpSpPr>
        <p:sp>
          <p:nvSpPr>
            <p:cNvPr id="6" name="Triângulo isósceles 6">
              <a:extLst>
                <a:ext uri="{FF2B5EF4-FFF2-40B4-BE49-F238E27FC236}">
                  <a16:creationId xmlns:a16="http://schemas.microsoft.com/office/drawing/2014/main" id="{571DAF9C-EED4-1661-C456-6D06874281D4}"/>
                </a:ext>
              </a:extLst>
            </p:cNvPr>
            <p:cNvSpPr/>
            <p:nvPr/>
          </p:nvSpPr>
          <p:spPr>
            <a:xfrm>
              <a:off x="11582400" y="6381328"/>
              <a:ext cx="593516" cy="464210"/>
            </a:xfrm>
            <a:custGeom>
              <a:avLst/>
              <a:gdLst>
                <a:gd name="connsiteX0" fmla="*/ 0 w 864096"/>
                <a:gd name="connsiteY0" fmla="*/ 1512168 h 1512168"/>
                <a:gd name="connsiteX1" fmla="*/ 432048 w 864096"/>
                <a:gd name="connsiteY1" fmla="*/ 0 h 1512168"/>
                <a:gd name="connsiteX2" fmla="*/ 864096 w 864096"/>
                <a:gd name="connsiteY2" fmla="*/ 1512168 h 1512168"/>
                <a:gd name="connsiteX3" fmla="*/ 0 w 864096"/>
                <a:gd name="connsiteY3" fmla="*/ 1512168 h 1512168"/>
                <a:gd name="connsiteX0" fmla="*/ 0 w 864096"/>
                <a:gd name="connsiteY0" fmla="*/ 787773 h 787773"/>
                <a:gd name="connsiteX1" fmla="*/ 847684 w 864096"/>
                <a:gd name="connsiteY1" fmla="*/ 0 h 787773"/>
                <a:gd name="connsiteX2" fmla="*/ 864096 w 864096"/>
                <a:gd name="connsiteY2" fmla="*/ 787773 h 787773"/>
                <a:gd name="connsiteX3" fmla="*/ 0 w 864096"/>
                <a:gd name="connsiteY3" fmla="*/ 787773 h 787773"/>
                <a:gd name="connsiteX0" fmla="*/ 0 w 864096"/>
                <a:gd name="connsiteY0" fmla="*/ 797298 h 797298"/>
                <a:gd name="connsiteX1" fmla="*/ 857209 w 864096"/>
                <a:gd name="connsiteY1" fmla="*/ 0 h 797298"/>
                <a:gd name="connsiteX2" fmla="*/ 864096 w 864096"/>
                <a:gd name="connsiteY2" fmla="*/ 797298 h 797298"/>
                <a:gd name="connsiteX3" fmla="*/ 0 w 864096"/>
                <a:gd name="connsiteY3" fmla="*/ 797298 h 797298"/>
                <a:gd name="connsiteX0" fmla="*/ 0 w 864096"/>
                <a:gd name="connsiteY0" fmla="*/ 799680 h 799680"/>
                <a:gd name="connsiteX1" fmla="*/ 861971 w 864096"/>
                <a:gd name="connsiteY1" fmla="*/ 0 h 799680"/>
                <a:gd name="connsiteX2" fmla="*/ 864096 w 864096"/>
                <a:gd name="connsiteY2" fmla="*/ 799680 h 799680"/>
                <a:gd name="connsiteX3" fmla="*/ 0 w 864096"/>
                <a:gd name="connsiteY3" fmla="*/ 799680 h 7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096" h="799680">
                  <a:moveTo>
                    <a:pt x="0" y="799680"/>
                  </a:moveTo>
                  <a:lnTo>
                    <a:pt x="861971" y="0"/>
                  </a:lnTo>
                  <a:cubicBezTo>
                    <a:pt x="864267" y="265766"/>
                    <a:pt x="861800" y="533914"/>
                    <a:pt x="864096" y="799680"/>
                  </a:cubicBezTo>
                  <a:lnTo>
                    <a:pt x="0" y="79968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27A1E36-BA9F-3D92-83B8-F542B858A25C}"/>
                </a:ext>
              </a:extLst>
            </p:cNvPr>
            <p:cNvSpPr/>
            <p:nvPr/>
          </p:nvSpPr>
          <p:spPr>
            <a:xfrm>
              <a:off x="11808382" y="6476329"/>
              <a:ext cx="39128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8580" indent="0">
                <a:buNone/>
              </a:pPr>
              <a:r>
                <a:rPr lang="pt-BR" sz="2000" dirty="0">
                  <a:solidFill>
                    <a:schemeClr val="bg1"/>
                  </a:solidFill>
                </a:rPr>
                <a:t>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6079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30910-F824-F15E-10A6-ED253ADDB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e Desempenho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6D09F8-A614-F616-CACD-1E456EE9A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/>
                </a:solidFill>
              </a:rPr>
              <a:t>Instanciações explícitas</a:t>
            </a:r>
            <a:r>
              <a:rPr lang="pt-BR" dirty="0"/>
              <a:t> podem ser </a:t>
            </a:r>
            <a:r>
              <a:rPr lang="pt-BR" dirty="0">
                <a:solidFill>
                  <a:schemeClr val="accent3"/>
                </a:solidFill>
              </a:rPr>
              <a:t>criadas na chamada</a:t>
            </a:r>
          </a:p>
          <a:p>
            <a:pPr lvl="1"/>
            <a:r>
              <a:rPr lang="pt-BR" dirty="0"/>
              <a:t>Fornecendo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maior controle </a:t>
            </a:r>
            <a:r>
              <a:rPr lang="pt-BR" dirty="0"/>
              <a:t>sobre o tipo instanciado</a:t>
            </a:r>
            <a:endParaRPr lang="pt-BR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F0865D-39FB-97EE-104A-1DB6124A0A9B}"/>
              </a:ext>
            </a:extLst>
          </p:cNvPr>
          <p:cNvSpPr/>
          <p:nvPr/>
        </p:nvSpPr>
        <p:spPr>
          <a:xfrm>
            <a:off x="2063552" y="3068960"/>
            <a:ext cx="79326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Somar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+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endParaRPr lang="pt-BR" sz="1600" dirty="0">
              <a:solidFill>
                <a:schemeClr val="accent3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main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()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6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double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10.2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std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::cout &lt;&lt;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Somar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double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4899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B7C48E-4D3A-023F-455E-EEF11651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Decltype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A92DA7-65BB-3C58-BE2C-5A9C6EA68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templates com </a:t>
            </a:r>
            <a:r>
              <a:rPr lang="pt-BR" dirty="0">
                <a:solidFill>
                  <a:schemeClr val="accent3"/>
                </a:solidFill>
              </a:rPr>
              <a:t>mais de um tipo genérico</a:t>
            </a:r>
          </a:p>
          <a:p>
            <a:pPr lvl="1"/>
            <a:r>
              <a:rPr lang="pt-BR" dirty="0"/>
              <a:t>Qual </a:t>
            </a:r>
            <a:r>
              <a:rPr lang="pt-BR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rPr>
              <a:t>&lt;tipo&gt;</a:t>
            </a:r>
            <a:r>
              <a:rPr lang="pt-BR" dirty="0"/>
              <a:t> utilizar na declaração da variável?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r>
              <a:rPr lang="pt-BR" dirty="0"/>
              <a:t>Para resolver isso a linguagem introduziu um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novo recurso </a:t>
            </a:r>
            <a:br>
              <a:rPr lang="pt-BR" dirty="0"/>
            </a:br>
            <a:r>
              <a:rPr lang="pt-BR" dirty="0"/>
              <a:t>no padrão </a:t>
            </a:r>
            <a:r>
              <a:rPr lang="pt-BR" dirty="0">
                <a:latin typeface="+mj-lt"/>
              </a:rPr>
              <a:t>C++11</a:t>
            </a:r>
            <a:r>
              <a:rPr lang="pt-BR" dirty="0"/>
              <a:t> chamado de </a:t>
            </a:r>
            <a:r>
              <a:rPr lang="pt-BR" dirty="0">
                <a:solidFill>
                  <a:schemeClr val="accent3"/>
                </a:solidFill>
                <a:latin typeface="+mj-lt"/>
              </a:rPr>
              <a:t>decltype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40378BA-9DAC-E610-6AFA-C29A2CE7F5EE}"/>
              </a:ext>
            </a:extLst>
          </p:cNvPr>
          <p:cNvSpPr/>
          <p:nvPr/>
        </p:nvSpPr>
        <p:spPr>
          <a:xfrm>
            <a:off x="2063552" y="2996952"/>
            <a:ext cx="61206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 U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Somar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U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qual tipo usar para a variável soma?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&lt;tipo&gt;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soma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+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6927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28CDC-3900-FE9F-7B8E-15F934EA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Decltype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D12DB5-4A37-D917-BBCE-9174E3B1F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Permite </a:t>
            </a:r>
            <a:r>
              <a:rPr lang="pt-BR" dirty="0">
                <a:solidFill>
                  <a:schemeClr val="accent3"/>
                </a:solidFill>
              </a:rPr>
              <a:t>declarar uma variável</a:t>
            </a:r>
            <a:r>
              <a:rPr lang="pt-BR" dirty="0"/>
              <a:t> com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 mesmo tipo</a:t>
            </a:r>
            <a:r>
              <a:rPr lang="pt-BR" dirty="0"/>
              <a:t> de:</a:t>
            </a:r>
          </a:p>
          <a:p>
            <a:pPr lvl="1"/>
            <a:r>
              <a:rPr lang="pt-BR" dirty="0"/>
              <a:t>Uma variável  </a:t>
            </a:r>
          </a:p>
          <a:p>
            <a:pPr lvl="1"/>
            <a:r>
              <a:rPr lang="pt-BR" dirty="0"/>
              <a:t>Uma expressão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84B26F6-D04C-7D87-A168-4442268689DA}"/>
              </a:ext>
            </a:extLst>
          </p:cNvPr>
          <p:cNvSpPr/>
          <p:nvPr/>
        </p:nvSpPr>
        <p:spPr>
          <a:xfrm>
            <a:off x="2063552" y="3645024"/>
            <a:ext cx="914501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endParaRPr lang="pt-BR" sz="1600" dirty="0">
              <a:latin typeface="Consolas" pitchFamily="49" charset="0"/>
              <a:cs typeface="Consolas" pitchFamily="49" charset="0"/>
            </a:endParaRP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decltype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valor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          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valor tem tipo de x (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decltype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taxas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          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taxas tem tipo de y (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)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decltype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+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soma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         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soma tem o tipo da expressão (</a:t>
            </a:r>
            <a:r>
              <a:rPr lang="pt-BR" sz="1600" dirty="0" err="1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)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decltype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+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soma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+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inicialização com tipos da expressão</a:t>
            </a:r>
          </a:p>
        </p:txBody>
      </p:sp>
    </p:spTree>
    <p:extLst>
      <p:ext uri="{BB962C8B-B14F-4D97-AF65-F5344CB8AC3E}">
        <p14:creationId xmlns:p14="http://schemas.microsoft.com/office/powerpoint/2010/main" val="3046108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A5CD3-699B-5F98-B1C1-CF702088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Decltype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A8F7A4-BD6C-AAFF-E1BF-3916B7C4E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/>
                </a:solidFill>
              </a:rPr>
              <a:t>definição do  template</a:t>
            </a:r>
            <a:r>
              <a:rPr lang="pt-BR" dirty="0"/>
              <a:t> agora pode ser feita por: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/>
            <a:r>
              <a:rPr lang="pt-BR" dirty="0"/>
              <a:t>Mais de uma declaração pode ser feita usando </a:t>
            </a:r>
            <a:r>
              <a:rPr lang="pt-BR" dirty="0" err="1">
                <a:solidFill>
                  <a:schemeClr val="accent3"/>
                </a:solidFill>
              </a:rPr>
              <a:t>typedef</a:t>
            </a:r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7C1DD28-D5A3-CD89-BD76-5B3B31316D8E}"/>
              </a:ext>
            </a:extLst>
          </p:cNvPr>
          <p:cNvSpPr/>
          <p:nvPr/>
        </p:nvSpPr>
        <p:spPr>
          <a:xfrm>
            <a:off x="1703512" y="2564904"/>
            <a:ext cx="61206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 U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Somar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U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usar o tipo da expressão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decltype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+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soma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+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922BDBE-4B87-4637-325A-46829066F8A5}"/>
              </a:ext>
            </a:extLst>
          </p:cNvPr>
          <p:cNvSpPr/>
          <p:nvPr/>
        </p:nvSpPr>
        <p:spPr>
          <a:xfrm>
            <a:off x="1559496" y="5162130"/>
            <a:ext cx="612068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define um tipo a partir da expressão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typedef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decltype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+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ab_type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ab_type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soma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+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ab_type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mult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*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endParaRPr lang="pt-BR" sz="16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854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9E1E1-5587-6E2B-187D-EF6CDACA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Trailing Return Type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3C2CF2-5C89-1E2C-15DE-2FC8E42D2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Mas e se o </a:t>
            </a:r>
            <a:r>
              <a:rPr lang="pt-BR" dirty="0">
                <a:solidFill>
                  <a:schemeClr val="accent3"/>
                </a:solidFill>
              </a:rPr>
              <a:t>template quiser retornar valor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Qual o </a:t>
            </a:r>
            <a:r>
              <a:rPr lang="pt-BR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tipo</a:t>
            </a:r>
            <a:r>
              <a:rPr lang="pt-BR" dirty="0"/>
              <a:t> de retorno?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Decltype não pode ser usado porque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pt-BR" dirty="0"/>
              <a:t> e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</a:t>
            </a:r>
            <a:r>
              <a:rPr lang="pt-BR" dirty="0"/>
              <a:t> não existem ainda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218DE39-D93C-C081-3269-77050F7DE959}"/>
              </a:ext>
            </a:extLst>
          </p:cNvPr>
          <p:cNvSpPr/>
          <p:nvPr/>
        </p:nvSpPr>
        <p:spPr>
          <a:xfrm>
            <a:off x="2063552" y="2996952"/>
            <a:ext cx="612068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 U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tipo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Somar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U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...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qual tipo usar para o retorno?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+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ED0EF8-D310-8726-FEC0-09BFCAD90934}"/>
              </a:ext>
            </a:extLst>
          </p:cNvPr>
          <p:cNvSpPr txBox="1"/>
          <p:nvPr/>
        </p:nvSpPr>
        <p:spPr>
          <a:xfrm>
            <a:off x="2063552" y="5805264"/>
            <a:ext cx="3816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decltype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+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Somar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U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</a:t>
            </a:r>
            <a:endParaRPr lang="pt-BR" sz="1600" dirty="0"/>
          </a:p>
        </p:txBody>
      </p:sp>
      <p:pic>
        <p:nvPicPr>
          <p:cNvPr id="10" name="Gráfico 9" descr="Fechar com preenchimento sólido">
            <a:extLst>
              <a:ext uri="{FF2B5EF4-FFF2-40B4-BE49-F238E27FC236}">
                <a16:creationId xmlns:a16="http://schemas.microsoft.com/office/drawing/2014/main" id="{83AE74FC-20B5-E522-FC64-CFF4E2669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7968" y="5850767"/>
            <a:ext cx="288032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05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18A7D-5921-A126-6C99-C54A7A28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Trailing Return Type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983BCE-6756-435F-B4DB-281FC9C1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>
                <a:latin typeface="+mj-lt"/>
              </a:rPr>
              <a:t>C++11</a:t>
            </a:r>
            <a:r>
              <a:rPr lang="pt-BR" dirty="0"/>
              <a:t> criou uma </a:t>
            </a:r>
            <a:r>
              <a:rPr lang="pt-BR" dirty="0">
                <a:solidFill>
                  <a:schemeClr val="accent3"/>
                </a:solidFill>
              </a:rPr>
              <a:t>nova sintaxe para declarar funções</a:t>
            </a:r>
          </a:p>
          <a:p>
            <a:endParaRPr lang="pt-BR" dirty="0"/>
          </a:p>
          <a:p>
            <a:endParaRPr lang="pt-BR" dirty="0"/>
          </a:p>
          <a:p>
            <a:pPr lvl="1"/>
            <a:r>
              <a:rPr lang="pt-BR" dirty="0"/>
              <a:t>Que resolve o problema dos templates: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85E5530-F4C9-636E-E463-35C044646B11}"/>
              </a:ext>
            </a:extLst>
          </p:cNvPr>
          <p:cNvSpPr txBox="1"/>
          <p:nvPr/>
        </p:nvSpPr>
        <p:spPr>
          <a:xfrm>
            <a:off x="1703512" y="2564904"/>
            <a:ext cx="79208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Somar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);       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sintaxe tradicional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auto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Somar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x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y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 -&gt;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tipo de retorno no final</a:t>
            </a:r>
            <a:endParaRPr lang="pt-BR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FCAE66B-A57F-61C4-3B3A-D63C304E6931}"/>
              </a:ext>
            </a:extLst>
          </p:cNvPr>
          <p:cNvSpPr/>
          <p:nvPr/>
        </p:nvSpPr>
        <p:spPr>
          <a:xfrm>
            <a:off x="2063552" y="4149080"/>
            <a:ext cx="612068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T,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 U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&gt; 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auto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Somar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U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 -&gt; </a:t>
            </a:r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decltype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+</a:t>
            </a:r>
            <a:r>
              <a:rPr lang="pt-BR" sz="1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{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...</a:t>
            </a: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br>
              <a:rPr lang="pt-BR" sz="1600" dirty="0">
                <a:latin typeface="Consolas" pitchFamily="49" charset="0"/>
                <a:cs typeface="Consolas" pitchFamily="49" charset="0"/>
              </a:rPr>
            </a:br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tipo definido por decltype</a:t>
            </a: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+ </a:t>
            </a:r>
            <a:r>
              <a:rPr lang="pt-BR" sz="16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48231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8033-3E16-ACDE-74AC-466511BF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B686E-7EC7-C54A-2BB7-F5AAF8B45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2937E4-86DC-3D20-74BC-840109C0A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Templates </a:t>
            </a:r>
            <a:r>
              <a:rPr lang="pt-BR" dirty="0">
                <a:solidFill>
                  <a:schemeClr val="accent3"/>
                </a:solidFill>
              </a:rPr>
              <a:t>automatizam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criação de funções </a:t>
            </a:r>
          </a:p>
          <a:p>
            <a:pPr lvl="1">
              <a:spcAft>
                <a:spcPts val="1200"/>
              </a:spcAft>
            </a:pPr>
            <a:r>
              <a:rPr lang="pt-BR" dirty="0"/>
              <a:t>O algoritmo não muda com o tipo dos argumentos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pPr lvl="1"/>
            <a:r>
              <a:rPr lang="pt-BR" dirty="0"/>
              <a:t>Funções são instanciadas de forma:</a:t>
            </a:r>
          </a:p>
          <a:p>
            <a:pPr lvl="2">
              <a:spcAft>
                <a:spcPts val="1200"/>
              </a:spcAft>
            </a:pP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Implícita</a:t>
            </a:r>
            <a:r>
              <a:rPr lang="pt-BR" dirty="0"/>
              <a:t>: chamada da função</a:t>
            </a:r>
            <a:br>
              <a:rPr lang="pt-BR" dirty="0"/>
            </a:br>
            <a:endParaRPr lang="pt-BR" dirty="0"/>
          </a:p>
          <a:p>
            <a:pPr lvl="2">
              <a:spcAft>
                <a:spcPts val="1200"/>
              </a:spcAft>
            </a:pPr>
            <a:r>
              <a:rPr lang="pt-BR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Explícita</a:t>
            </a:r>
            <a:r>
              <a:rPr lang="pt-BR" dirty="0"/>
              <a:t>: declaração do protótipo</a:t>
            </a:r>
          </a:p>
          <a:p>
            <a:pPr>
              <a:spcAft>
                <a:spcPts val="1200"/>
              </a:spcAft>
            </a:pP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84BC409-0429-6F63-30EC-AF89F3E327A5}"/>
              </a:ext>
            </a:extLst>
          </p:cNvPr>
          <p:cNvSpPr txBox="1"/>
          <p:nvPr/>
        </p:nvSpPr>
        <p:spPr>
          <a:xfrm>
            <a:off x="2063552" y="2996952"/>
            <a:ext cx="7656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8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&gt; </a:t>
            </a:r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 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* 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800" dirty="0" err="1">
                <a:solidFill>
                  <a:schemeClr val="accent3"/>
                </a:solidFill>
                <a:latin typeface="Consolas" pitchFamily="49" charset="0"/>
              </a:rPr>
              <a:t>int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);</a:t>
            </a: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90F987-1C13-DA0C-0546-D604EF054796}"/>
              </a:ext>
            </a:extLst>
          </p:cNvPr>
          <p:cNvSpPr txBox="1"/>
          <p:nvPr/>
        </p:nvSpPr>
        <p:spPr>
          <a:xfrm>
            <a:off x="2242928" y="5661248"/>
            <a:ext cx="6624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8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&gt;(</a:t>
            </a:r>
            <a:r>
              <a:rPr lang="pt-BR" sz="18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float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* 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8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tam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6E83EE4-ED5E-C3D2-92E2-37ADBB735BB9}"/>
              </a:ext>
            </a:extLst>
          </p:cNvPr>
          <p:cNvSpPr txBox="1"/>
          <p:nvPr/>
        </p:nvSpPr>
        <p:spPr>
          <a:xfrm>
            <a:off x="2242928" y="4725144"/>
            <a:ext cx="2664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Ordenar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vetor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1569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dirty="0">
                <a:solidFill>
                  <a:schemeClr val="accent3"/>
                </a:solidFill>
              </a:rPr>
              <a:t>especialização</a:t>
            </a:r>
            <a:r>
              <a:rPr lang="pt-BR" dirty="0"/>
              <a:t> de template</a:t>
            </a:r>
          </a:p>
          <a:p>
            <a:pPr lvl="1">
              <a:spcAft>
                <a:spcPts val="1200"/>
              </a:spcAft>
            </a:pPr>
            <a:r>
              <a:rPr lang="pt-BR" dirty="0"/>
              <a:t>Trata tipos com necessidades especiais</a:t>
            </a:r>
            <a:br>
              <a:rPr lang="pt-BR" dirty="0"/>
            </a:br>
            <a:br>
              <a:rPr lang="pt-BR" dirty="0"/>
            </a:br>
            <a:endParaRPr lang="pt-BR" dirty="0"/>
          </a:p>
          <a:p>
            <a:r>
              <a:rPr lang="pt-BR" dirty="0">
                <a:solidFill>
                  <a:schemeClr val="accent3"/>
                </a:solidFill>
              </a:rPr>
              <a:t>Decltype</a:t>
            </a:r>
            <a:r>
              <a:rPr lang="pt-BR" dirty="0"/>
              <a:t> e </a:t>
            </a:r>
            <a:r>
              <a:rPr lang="pt-BR" dirty="0">
                <a:solidFill>
                  <a:schemeClr val="accent3"/>
                </a:solidFill>
              </a:rPr>
              <a:t>Trailing Return Type</a:t>
            </a:r>
          </a:p>
          <a:p>
            <a:pPr lvl="1">
              <a:spcAft>
                <a:spcPts val="1200"/>
              </a:spcAft>
            </a:pPr>
            <a:r>
              <a:rPr lang="pt-BR" dirty="0"/>
              <a:t>Expandem as possibilidades de uso dos templates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F27FF7C-4A54-3E0C-109F-50C97BD4B9A4}"/>
              </a:ext>
            </a:extLst>
          </p:cNvPr>
          <p:cNvSpPr txBox="1"/>
          <p:nvPr/>
        </p:nvSpPr>
        <p:spPr>
          <a:xfrm>
            <a:off x="1991544" y="4869160"/>
            <a:ext cx="60951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retorna o tipo da expressão (a + b)</a:t>
            </a:r>
          </a:p>
          <a:p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8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pt-BR" sz="1800" dirty="0" err="1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typename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U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&gt; </a:t>
            </a:r>
            <a:br>
              <a:rPr lang="pt-BR" sz="1800" dirty="0">
                <a:latin typeface="Consolas" pitchFamily="49" charset="0"/>
                <a:cs typeface="Consolas" pitchFamily="49" charset="0"/>
              </a:rPr>
            </a:br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auto</a:t>
            </a:r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Somar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8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8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U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) -&gt; </a:t>
            </a:r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decltype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800" dirty="0" err="1">
                <a:latin typeface="Consolas" pitchFamily="49" charset="0"/>
                <a:cs typeface="Consolas" pitchFamily="49" charset="0"/>
              </a:rPr>
              <a:t>+</a:t>
            </a:r>
            <a:r>
              <a:rPr lang="pt-BR" sz="18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FE2AE5-0771-3684-1733-ECB57B261639}"/>
              </a:ext>
            </a:extLst>
          </p:cNvPr>
          <p:cNvSpPr txBox="1"/>
          <p:nvPr/>
        </p:nvSpPr>
        <p:spPr>
          <a:xfrm>
            <a:off x="1991544" y="2860049"/>
            <a:ext cx="6095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// especialização para o tipo Loja</a:t>
            </a:r>
          </a:p>
          <a:p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template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&lt;&gt; </a:t>
            </a:r>
            <a:r>
              <a:rPr lang="pt-BR" sz="18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Trocar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pt-BR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49" charset="0"/>
                <a:cs typeface="Consolas" pitchFamily="49" charset="0"/>
              </a:rPr>
              <a:t>Loja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 &amp; </a:t>
            </a:r>
            <a:r>
              <a:rPr lang="pt-BR" sz="1800" dirty="0">
                <a:solidFill>
                  <a:schemeClr val="accent3">
                    <a:lumMod val="20000"/>
                    <a:lumOff val="8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pt-BR" sz="1800" dirty="0">
                <a:latin typeface="Consolas" pitchFamily="49" charset="0"/>
                <a:cs typeface="Consolas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245257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ô">
  <a:themeElements>
    <a:clrScheme name="Metrô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ô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ô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6589</TotalTime>
  <Words>3016</Words>
  <Application>Microsoft Office PowerPoint</Application>
  <PresentationFormat>Widescreen</PresentationFormat>
  <Paragraphs>445</Paragraphs>
  <Slides>32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40" baseType="lpstr">
      <vt:lpstr>Calibri</vt:lpstr>
      <vt:lpstr>Consolas</vt:lpstr>
      <vt:lpstr>Corbel</vt:lpstr>
      <vt:lpstr>Verdana</vt:lpstr>
      <vt:lpstr>Wingdings</vt:lpstr>
      <vt:lpstr>Wingdings 2</vt:lpstr>
      <vt:lpstr>Wingdings 3</vt:lpstr>
      <vt:lpstr>Metrô</vt:lpstr>
      <vt:lpstr>Especialização de Templates</vt:lpstr>
      <vt:lpstr>Introdução</vt:lpstr>
      <vt:lpstr>Introdução</vt:lpstr>
      <vt:lpstr>Limitações</vt:lpstr>
      <vt:lpstr>Limitações</vt:lpstr>
      <vt:lpstr>Limitações</vt:lpstr>
      <vt:lpstr>Limitações</vt:lpstr>
      <vt:lpstr>Limitações</vt:lpstr>
      <vt:lpstr>Limitações</vt:lpstr>
      <vt:lpstr>Especialização</vt:lpstr>
      <vt:lpstr>Especialização</vt:lpstr>
      <vt:lpstr>Especialização</vt:lpstr>
      <vt:lpstr>Especialização</vt:lpstr>
      <vt:lpstr>Especialização</vt:lpstr>
      <vt:lpstr>Especialização</vt:lpstr>
      <vt:lpstr>Instanciação</vt:lpstr>
      <vt:lpstr>Instanciação</vt:lpstr>
      <vt:lpstr>Instanciação</vt:lpstr>
      <vt:lpstr>Instanciação</vt:lpstr>
      <vt:lpstr>Encapsulamento</vt:lpstr>
      <vt:lpstr>Encapsulamento</vt:lpstr>
      <vt:lpstr>Encapsulamento</vt:lpstr>
      <vt:lpstr>Encapsulamento</vt:lpstr>
      <vt:lpstr>Controle e Desempenho</vt:lpstr>
      <vt:lpstr>Controle e Desempenho</vt:lpstr>
      <vt:lpstr>Decltype</vt:lpstr>
      <vt:lpstr>Decltype</vt:lpstr>
      <vt:lpstr>Decltype</vt:lpstr>
      <vt:lpstr>Trailing Return Type</vt:lpstr>
      <vt:lpstr>Trailing Return Type</vt:lpstr>
      <vt:lpstr>Resumo</vt:lpstr>
      <vt:lpstr>Resumo</vt:lpstr>
    </vt:vector>
  </TitlesOfParts>
  <Company>Anabele Studios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Classe String e C++ Moderno</dc:title>
  <dc:creator>Judson Santiago</dc:creator>
  <cp:keywords>String;C++11</cp:keywords>
  <cp:lastModifiedBy>Judson Santiago</cp:lastModifiedBy>
  <cp:revision>377</cp:revision>
  <dcterms:created xsi:type="dcterms:W3CDTF">2009-04-23T16:40:18Z</dcterms:created>
  <dcterms:modified xsi:type="dcterms:W3CDTF">2025-10-09T16:46:17Z</dcterms:modified>
</cp:coreProperties>
</file>